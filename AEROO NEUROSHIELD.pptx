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CC"/>
    <a:srgbClr val="00FFFF"/>
    <a:srgbClr val="FFCC00"/>
    <a:srgbClr val="FF5050"/>
    <a:srgbClr val="007A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008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eg"/><Relationship Id="rId4" Type="http://schemas.openxmlformats.org/officeDocument/2006/relationships/image" Target="../media/image7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eg"/><Relationship Id="rId4" Type="http://schemas.openxmlformats.org/officeDocument/2006/relationships/image" Target="../media/image7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E81F09-A6ED-4B11-9B0C-08C52FEC292A}" type="doc">
      <dgm:prSet loTypeId="urn:microsoft.com/office/officeart/2005/8/layout/vList3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11A2007-8243-4D4B-B724-C9A4AFD3143C}">
      <dgm:prSet phldrT="[Текст]"/>
      <dgm:spPr>
        <a:effectLst>
          <a:glow rad="101600">
            <a:srgbClr val="99FFCC">
              <a:alpha val="60000"/>
            </a:srgbClr>
          </a:glow>
        </a:effectLst>
      </dgm:spPr>
      <dgm:t>
        <a:bodyPr/>
        <a:lstStyle/>
        <a:p>
          <a:r>
            <a:rPr lang="ru-RU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Угроза:</a:t>
          </a:r>
          <a:endParaRPr lang="ru-RU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1DAD80D-5C60-48D4-B25C-A620B57D3509}" type="parTrans" cxnId="{5B60B86B-4EC4-42A9-A0F4-BFE484DA496B}">
      <dgm:prSet/>
      <dgm:spPr/>
      <dgm:t>
        <a:bodyPr/>
        <a:lstStyle/>
        <a:p>
          <a:endParaRPr lang="ru-RU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C4B89E2-C557-4520-A348-CDDCEF1EAFF9}" type="sibTrans" cxnId="{5B60B86B-4EC4-42A9-A0F4-BFE484DA496B}">
      <dgm:prSet/>
      <dgm:spPr/>
      <dgm:t>
        <a:bodyPr/>
        <a:lstStyle/>
        <a:p>
          <a:endParaRPr lang="ru-RU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252156A-F685-4A39-B607-467FFC2F2EA6}">
      <dgm:prSet phldrT="[Текст]"/>
      <dgm:spPr>
        <a:effectLst>
          <a:glow rad="101600">
            <a:srgbClr val="99FFCC">
              <a:alpha val="60000"/>
            </a:srgbClr>
          </a:glow>
        </a:effectLst>
      </dgm:spPr>
      <dgm:t>
        <a:bodyPr/>
        <a:lstStyle/>
        <a:p>
          <a:r>
            <a:rPr lang="ru-RU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На орбите &gt;128 млн фрагментов космического мусора (данные ESA).</a:t>
          </a:r>
          <a:endParaRPr lang="ru-RU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8DFF2E7-9937-4A10-B356-BF3FFCF93844}" type="parTrans" cxnId="{75ECCD8C-F967-4C11-9FFE-6EE636CC7CFE}">
      <dgm:prSet/>
      <dgm:spPr/>
      <dgm:t>
        <a:bodyPr/>
        <a:lstStyle/>
        <a:p>
          <a:endParaRPr lang="ru-RU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38F9EFA-198A-4185-AE02-A842C402C22B}" type="sibTrans" cxnId="{75ECCD8C-F967-4C11-9FFE-6EE636CC7CFE}">
      <dgm:prSet/>
      <dgm:spPr/>
      <dgm:t>
        <a:bodyPr/>
        <a:lstStyle/>
        <a:p>
          <a:endParaRPr lang="ru-RU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EF42D96-5EF9-49BA-88D5-3E5EA2EC8617}">
      <dgm:prSet phldrT="[Текст]"/>
      <dgm:spPr>
        <a:effectLst>
          <a:glow rad="101600">
            <a:srgbClr val="99FFCC">
              <a:alpha val="60000"/>
            </a:srgbClr>
          </a:glow>
        </a:effectLst>
      </dgm:spPr>
      <dgm:t>
        <a:bodyPr/>
        <a:lstStyle/>
        <a:p>
          <a:r>
            <a:rPr lang="ru-RU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Синдром </a:t>
          </a:r>
          <a:r>
            <a:rPr lang="ru-RU" b="1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Кесслера</a:t>
          </a:r>
          <a:r>
            <a:rPr lang="ru-RU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:</a:t>
          </a:r>
          <a:endParaRPr lang="ru-RU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5DF8333-717C-4069-B5B5-46A3FBE0102C}" type="parTrans" cxnId="{1D74ADE2-B8AF-49CB-AEA5-D80F5539190C}">
      <dgm:prSet/>
      <dgm:spPr/>
      <dgm:t>
        <a:bodyPr/>
        <a:lstStyle/>
        <a:p>
          <a:endParaRPr lang="ru-RU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9128F3C-D62C-48C9-9764-55579496E906}" type="sibTrans" cxnId="{1D74ADE2-B8AF-49CB-AEA5-D80F5539190C}">
      <dgm:prSet/>
      <dgm:spPr/>
      <dgm:t>
        <a:bodyPr/>
        <a:lstStyle/>
        <a:p>
          <a:endParaRPr lang="ru-RU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542B58D-0FDA-4C7F-97B1-E000891CF38B}">
      <dgm:prSet phldrT="[Текст]"/>
      <dgm:spPr>
        <a:effectLst>
          <a:glow rad="101600">
            <a:srgbClr val="99FFCC">
              <a:alpha val="60000"/>
            </a:srgbClr>
          </a:glow>
        </a:effectLst>
      </dgm:spPr>
      <dgm:t>
        <a:bodyPr/>
        <a:lstStyle/>
        <a:p>
          <a:r>
            <a:rPr lang="ru-RU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Риск цепной реакции столкновений, делающий космос непригодным для </a:t>
          </a:r>
          <a:r>
            <a:rPr lang="ru-RU" b="1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полетов</a:t>
          </a:r>
          <a:r>
            <a:rPr lang="ru-RU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.</a:t>
          </a:r>
          <a:endParaRPr lang="ru-RU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A29403E-3EFD-4D13-A497-68BD27946406}" type="parTrans" cxnId="{31CC90D4-4C04-4F7A-A4F2-B2BD9F01D8E9}">
      <dgm:prSet/>
      <dgm:spPr/>
      <dgm:t>
        <a:bodyPr/>
        <a:lstStyle/>
        <a:p>
          <a:endParaRPr lang="ru-RU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45357C7-2F0C-4B5A-82DB-30D13C8A9A62}" type="sibTrans" cxnId="{31CC90D4-4C04-4F7A-A4F2-B2BD9F01D8E9}">
      <dgm:prSet/>
      <dgm:spPr/>
      <dgm:t>
        <a:bodyPr/>
        <a:lstStyle/>
        <a:p>
          <a:endParaRPr lang="ru-RU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84D460C-7E92-4856-82AC-C5EF03C94ADF}">
      <dgm:prSet phldrT="[Текст]"/>
      <dgm:spPr>
        <a:effectLst>
          <a:glow rad="101600">
            <a:srgbClr val="99FFCC">
              <a:alpha val="60000"/>
            </a:srgbClr>
          </a:glow>
        </a:effectLst>
      </dgm:spPr>
      <dgm:t>
        <a:bodyPr/>
        <a:lstStyle/>
        <a:p>
          <a:r>
            <a:rPr lang="ru-RU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Скорость удара 7–15 км/с. Энергия микрочастицы равна выстрелу пули.</a:t>
          </a:r>
          <a:endParaRPr lang="ru-RU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38411C6-6D69-4560-B25D-B167CCCC411F}" type="parTrans" cxnId="{49C4AF80-74AD-417A-8376-36BAFEE2406C}">
      <dgm:prSet/>
      <dgm:spPr/>
      <dgm:t>
        <a:bodyPr/>
        <a:lstStyle/>
        <a:p>
          <a:endParaRPr lang="ru-RU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CA63F86-A5C7-4C57-9723-99DF9E93991F}" type="sibTrans" cxnId="{49C4AF80-74AD-417A-8376-36BAFEE2406C}">
      <dgm:prSet/>
      <dgm:spPr/>
      <dgm:t>
        <a:bodyPr/>
        <a:lstStyle/>
        <a:p>
          <a:endParaRPr lang="ru-RU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9D38283-631B-4BEE-9365-E54EA8DA7D2A}">
      <dgm:prSet phldrT="[Текст]"/>
      <dgm:spPr>
        <a:effectLst>
          <a:glow rad="101600">
            <a:srgbClr val="99FFCC">
              <a:alpha val="60000"/>
            </a:srgbClr>
          </a:glow>
        </a:effectLst>
      </dgm:spPr>
      <dgm:t>
        <a:bodyPr/>
        <a:lstStyle/>
        <a:p>
          <a:r>
            <a:rPr lang="ru-RU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Физика:</a:t>
          </a:r>
          <a:endParaRPr lang="ru-RU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052A4A1-DD7D-4581-B979-A80F0E57BC44}" type="parTrans" cxnId="{EBE24C12-5A6F-451D-B883-2DB71FBF7599}">
      <dgm:prSet/>
      <dgm:spPr/>
      <dgm:t>
        <a:bodyPr/>
        <a:lstStyle/>
        <a:p>
          <a:endParaRPr lang="ru-RU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BCAACCE-C7DB-4550-8559-E90F62B86FC8}" type="sibTrans" cxnId="{EBE24C12-5A6F-451D-B883-2DB71FBF7599}">
      <dgm:prSet/>
      <dgm:spPr/>
      <dgm:t>
        <a:bodyPr/>
        <a:lstStyle/>
        <a:p>
          <a:endParaRPr lang="ru-RU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DB434BD-4E21-4D2D-B67F-4F028DA58C83}">
      <dgm:prSet phldrT="[Текст]"/>
      <dgm:spPr>
        <a:effectLst>
          <a:glow rad="101600">
            <a:srgbClr val="99FFCC">
              <a:alpha val="60000"/>
            </a:srgbClr>
          </a:glow>
        </a:effectLst>
      </dgm:spPr>
      <dgm:t>
        <a:bodyPr/>
        <a:lstStyle/>
        <a:p>
          <a:r>
            <a:rPr lang="ru-RU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Существующая защита слишком тяжелая и дорогая.</a:t>
          </a:r>
          <a:endParaRPr lang="ru-RU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3FA179C-7D4C-4CF7-ABE4-3EDECAA83B95}" type="parTrans" cxnId="{A14D47F2-C21F-4F75-87DB-A0947E3B0E60}">
      <dgm:prSet/>
      <dgm:spPr/>
      <dgm:t>
        <a:bodyPr/>
        <a:lstStyle/>
        <a:p>
          <a:endParaRPr lang="ru-RU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FAFDA0D-9760-4BE1-8040-A5EB9F8B8947}" type="sibTrans" cxnId="{A14D47F2-C21F-4F75-87DB-A0947E3B0E60}">
      <dgm:prSet/>
      <dgm:spPr/>
      <dgm:t>
        <a:bodyPr/>
        <a:lstStyle/>
        <a:p>
          <a:endParaRPr lang="ru-RU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8F32717-5911-4A2D-8B5F-87A5781742E6}">
      <dgm:prSet phldrT="[Текст]"/>
      <dgm:spPr>
        <a:effectLst>
          <a:glow rad="101600">
            <a:srgbClr val="99FFCC">
              <a:alpha val="60000"/>
            </a:srgbClr>
          </a:glow>
        </a:effectLst>
      </dgm:spPr>
      <dgm:t>
        <a:bodyPr/>
        <a:lstStyle/>
        <a:p>
          <a:r>
            <a:rPr lang="ru-RU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Главная проблема:</a:t>
          </a:r>
          <a:endParaRPr lang="ru-RU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8D052DD-1297-4D32-8596-794E1DBB4E07}" type="parTrans" cxnId="{055271E8-D2E8-4999-BFBA-F7D869C5CAA5}">
      <dgm:prSet/>
      <dgm:spPr/>
      <dgm:t>
        <a:bodyPr/>
        <a:lstStyle/>
        <a:p>
          <a:endParaRPr lang="ru-RU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634E6CA-D080-4BD8-B062-216B1549E39F}" type="sibTrans" cxnId="{055271E8-D2E8-4999-BFBA-F7D869C5CAA5}">
      <dgm:prSet/>
      <dgm:spPr/>
      <dgm:t>
        <a:bodyPr/>
        <a:lstStyle/>
        <a:p>
          <a:endParaRPr lang="ru-RU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B9CA5A1-8D11-4E72-8650-65A3683DAF51}" type="pres">
      <dgm:prSet presAssocID="{67E81F09-A6ED-4B11-9B0C-08C52FEC292A}" presName="linearFlow" presStyleCnt="0">
        <dgm:presLayoutVars>
          <dgm:dir/>
          <dgm:resizeHandles val="exact"/>
        </dgm:presLayoutVars>
      </dgm:prSet>
      <dgm:spPr/>
    </dgm:pt>
    <dgm:pt modelId="{A1AB5645-7310-4E08-947C-EF1A2F1A57FD}" type="pres">
      <dgm:prSet presAssocID="{011A2007-8243-4D4B-B724-C9A4AFD3143C}" presName="composite" presStyleCnt="0"/>
      <dgm:spPr/>
    </dgm:pt>
    <dgm:pt modelId="{F1886BAC-2C15-4FD5-A322-9C6D3AEEBF4D}" type="pres">
      <dgm:prSet presAssocID="{011A2007-8243-4D4B-B724-C9A4AFD3143C}" presName="imgShp" presStyleLbl="fgImgPlace1" presStyleIdx="0" presStyleCnt="4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7000" r="-47000"/>
          </a:stretch>
        </a:blipFill>
        <a:effectLst>
          <a:glow rad="101600">
            <a:srgbClr val="99FFCC">
              <a:alpha val="60000"/>
            </a:srgbClr>
          </a:glow>
        </a:effectLst>
      </dgm:spPr>
    </dgm:pt>
    <dgm:pt modelId="{22294B5E-B726-4B9A-9888-4D396044E566}" type="pres">
      <dgm:prSet presAssocID="{011A2007-8243-4D4B-B724-C9A4AFD3143C}" presName="txShp" presStyleLbl="node1" presStyleIdx="0" presStyleCnt="4">
        <dgm:presLayoutVars>
          <dgm:bulletEnabled val="1"/>
        </dgm:presLayoutVars>
      </dgm:prSet>
      <dgm:spPr/>
    </dgm:pt>
    <dgm:pt modelId="{5B2FC2E6-A598-42E0-9959-C34B4D9570AC}" type="pres">
      <dgm:prSet presAssocID="{EC4B89E2-C557-4520-A348-CDDCEF1EAFF9}" presName="spacing" presStyleCnt="0"/>
      <dgm:spPr/>
    </dgm:pt>
    <dgm:pt modelId="{AEDA0F6E-299A-4EF9-987F-572E9B1AF2C2}" type="pres">
      <dgm:prSet presAssocID="{BEF42D96-5EF9-49BA-88D5-3E5EA2EC8617}" presName="composite" presStyleCnt="0"/>
      <dgm:spPr/>
    </dgm:pt>
    <dgm:pt modelId="{EBECE7F9-6134-424B-83C1-30BA2BACE8B5}" type="pres">
      <dgm:prSet presAssocID="{BEF42D96-5EF9-49BA-88D5-3E5EA2EC8617}" presName="imgShp" presStyleLbl="fgImgPlace1" presStyleIdx="1" presStyleCnt="4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effectLst>
          <a:glow rad="101600">
            <a:srgbClr val="99FFCC">
              <a:alpha val="60000"/>
            </a:srgbClr>
          </a:glow>
        </a:effectLst>
      </dgm:spPr>
    </dgm:pt>
    <dgm:pt modelId="{3B1BAAB1-40C0-4B19-B3D1-B2D7B4385D34}" type="pres">
      <dgm:prSet presAssocID="{BEF42D96-5EF9-49BA-88D5-3E5EA2EC8617}" presName="txShp" presStyleLbl="node1" presStyleIdx="1" presStyleCnt="4">
        <dgm:presLayoutVars>
          <dgm:bulletEnabled val="1"/>
        </dgm:presLayoutVars>
      </dgm:prSet>
      <dgm:spPr/>
    </dgm:pt>
    <dgm:pt modelId="{39F7BA13-AEE8-4159-9919-23FCB306C3B1}" type="pres">
      <dgm:prSet presAssocID="{99128F3C-D62C-48C9-9764-55579496E906}" presName="spacing" presStyleCnt="0"/>
      <dgm:spPr/>
    </dgm:pt>
    <dgm:pt modelId="{03042F36-B983-42A9-A5D5-5812F61234CF}" type="pres">
      <dgm:prSet presAssocID="{89D38283-631B-4BEE-9365-E54EA8DA7D2A}" presName="composite" presStyleCnt="0"/>
      <dgm:spPr/>
    </dgm:pt>
    <dgm:pt modelId="{0379138E-64A9-419B-B2CA-C9DEB2E130EA}" type="pres">
      <dgm:prSet presAssocID="{89D38283-631B-4BEE-9365-E54EA8DA7D2A}" presName="imgShp" presStyleLbl="fgImgPlace1" presStyleIdx="2" presStyleCnt="4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  <a:effectLst>
          <a:glow rad="101600">
            <a:srgbClr val="99FFCC">
              <a:alpha val="60000"/>
            </a:srgbClr>
          </a:glow>
        </a:effectLst>
      </dgm:spPr>
    </dgm:pt>
    <dgm:pt modelId="{55925767-70E7-45A1-9F9D-338E147A5DF0}" type="pres">
      <dgm:prSet presAssocID="{89D38283-631B-4BEE-9365-E54EA8DA7D2A}" presName="txShp" presStyleLbl="node1" presStyleIdx="2" presStyleCnt="4">
        <dgm:presLayoutVars>
          <dgm:bulletEnabled val="1"/>
        </dgm:presLayoutVars>
      </dgm:prSet>
      <dgm:spPr/>
    </dgm:pt>
    <dgm:pt modelId="{B2C45D06-3A1D-4980-B6C1-3D3287ABF8CF}" type="pres">
      <dgm:prSet presAssocID="{1BCAACCE-C7DB-4550-8559-E90F62B86FC8}" presName="spacing" presStyleCnt="0"/>
      <dgm:spPr/>
    </dgm:pt>
    <dgm:pt modelId="{09A8341A-C603-4376-88E6-582B1B593735}" type="pres">
      <dgm:prSet presAssocID="{B8F32717-5911-4A2D-8B5F-87A5781742E6}" presName="composite" presStyleCnt="0"/>
      <dgm:spPr/>
    </dgm:pt>
    <dgm:pt modelId="{E3A4F8BC-38B7-4F24-8524-BB006C71F5A8}" type="pres">
      <dgm:prSet presAssocID="{B8F32717-5911-4A2D-8B5F-87A5781742E6}" presName="imgShp" presStyleLbl="fgImgPlace1" presStyleIdx="3" presStyleCnt="4"/>
      <dgm:spPr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2000" r="-22000"/>
          </a:stretch>
        </a:blipFill>
        <a:effectLst>
          <a:glow rad="101600">
            <a:srgbClr val="99FFCC">
              <a:alpha val="60000"/>
            </a:srgbClr>
          </a:glow>
        </a:effectLst>
      </dgm:spPr>
    </dgm:pt>
    <dgm:pt modelId="{128CAEB3-26D8-494C-B1C8-ACD91857DF59}" type="pres">
      <dgm:prSet presAssocID="{B8F32717-5911-4A2D-8B5F-87A5781742E6}" presName="txShp" presStyleLbl="node1" presStyleIdx="3" presStyleCnt="4">
        <dgm:presLayoutVars>
          <dgm:bulletEnabled val="1"/>
        </dgm:presLayoutVars>
      </dgm:prSet>
      <dgm:spPr/>
    </dgm:pt>
  </dgm:ptLst>
  <dgm:cxnLst>
    <dgm:cxn modelId="{77DA8A6E-022A-4442-9D45-CF1649592C2F}" type="presOf" srcId="{084D460C-7E92-4856-82AC-C5EF03C94ADF}" destId="{55925767-70E7-45A1-9F9D-338E147A5DF0}" srcOrd="0" destOrd="1" presId="urn:microsoft.com/office/officeart/2005/8/layout/vList3"/>
    <dgm:cxn modelId="{316FAE9D-AAF1-41B8-982D-94BCF3F537AA}" type="presOf" srcId="{67E81F09-A6ED-4B11-9B0C-08C52FEC292A}" destId="{5B9CA5A1-8D11-4E72-8650-65A3683DAF51}" srcOrd="0" destOrd="0" presId="urn:microsoft.com/office/officeart/2005/8/layout/vList3"/>
    <dgm:cxn modelId="{C78CE11B-3B34-482B-951E-A561499A2067}" type="presOf" srcId="{CDB434BD-4E21-4D2D-B67F-4F028DA58C83}" destId="{128CAEB3-26D8-494C-B1C8-ACD91857DF59}" srcOrd="0" destOrd="1" presId="urn:microsoft.com/office/officeart/2005/8/layout/vList3"/>
    <dgm:cxn modelId="{49C4AF80-74AD-417A-8376-36BAFEE2406C}" srcId="{89D38283-631B-4BEE-9365-E54EA8DA7D2A}" destId="{084D460C-7E92-4856-82AC-C5EF03C94ADF}" srcOrd="0" destOrd="0" parTransId="{938411C6-6D69-4560-B25D-B167CCCC411F}" sibTransId="{BCA63F86-A5C7-4C57-9723-99DF9E93991F}"/>
    <dgm:cxn modelId="{75ECCD8C-F967-4C11-9FFE-6EE636CC7CFE}" srcId="{011A2007-8243-4D4B-B724-C9A4AFD3143C}" destId="{F252156A-F685-4A39-B607-467FFC2F2EA6}" srcOrd="0" destOrd="0" parTransId="{C8DFF2E7-9937-4A10-B356-BF3FFCF93844}" sibTransId="{C38F9EFA-198A-4185-AE02-A842C402C22B}"/>
    <dgm:cxn modelId="{1D74ADE2-B8AF-49CB-AEA5-D80F5539190C}" srcId="{67E81F09-A6ED-4B11-9B0C-08C52FEC292A}" destId="{BEF42D96-5EF9-49BA-88D5-3E5EA2EC8617}" srcOrd="1" destOrd="0" parTransId="{95DF8333-717C-4069-B5B5-46A3FBE0102C}" sibTransId="{99128F3C-D62C-48C9-9764-55579496E906}"/>
    <dgm:cxn modelId="{31CC90D4-4C04-4F7A-A4F2-B2BD9F01D8E9}" srcId="{BEF42D96-5EF9-49BA-88D5-3E5EA2EC8617}" destId="{B542B58D-0FDA-4C7F-97B1-E000891CF38B}" srcOrd="0" destOrd="0" parTransId="{CA29403E-3EFD-4D13-A497-68BD27946406}" sibTransId="{A45357C7-2F0C-4B5A-82DB-30D13C8A9A62}"/>
    <dgm:cxn modelId="{62BA6F31-1CDA-4B24-9F2F-8AACD9C7C3C9}" type="presOf" srcId="{011A2007-8243-4D4B-B724-C9A4AFD3143C}" destId="{22294B5E-B726-4B9A-9888-4D396044E566}" srcOrd="0" destOrd="0" presId="urn:microsoft.com/office/officeart/2005/8/layout/vList3"/>
    <dgm:cxn modelId="{7030AF47-7FC7-4357-8228-EE130B4A95B6}" type="presOf" srcId="{F252156A-F685-4A39-B607-467FFC2F2EA6}" destId="{22294B5E-B726-4B9A-9888-4D396044E566}" srcOrd="0" destOrd="1" presId="urn:microsoft.com/office/officeart/2005/8/layout/vList3"/>
    <dgm:cxn modelId="{EBE24C12-5A6F-451D-B883-2DB71FBF7599}" srcId="{67E81F09-A6ED-4B11-9B0C-08C52FEC292A}" destId="{89D38283-631B-4BEE-9365-E54EA8DA7D2A}" srcOrd="2" destOrd="0" parTransId="{8052A4A1-DD7D-4581-B979-A80F0E57BC44}" sibTransId="{1BCAACCE-C7DB-4550-8559-E90F62B86FC8}"/>
    <dgm:cxn modelId="{CE0687C7-6B7F-42C8-9980-14DF69E977EA}" type="presOf" srcId="{BEF42D96-5EF9-49BA-88D5-3E5EA2EC8617}" destId="{3B1BAAB1-40C0-4B19-B3D1-B2D7B4385D34}" srcOrd="0" destOrd="0" presId="urn:microsoft.com/office/officeart/2005/8/layout/vList3"/>
    <dgm:cxn modelId="{951ABB07-2B8E-4F90-9697-50DBC2199FBD}" type="presOf" srcId="{B542B58D-0FDA-4C7F-97B1-E000891CF38B}" destId="{3B1BAAB1-40C0-4B19-B3D1-B2D7B4385D34}" srcOrd="0" destOrd="1" presId="urn:microsoft.com/office/officeart/2005/8/layout/vList3"/>
    <dgm:cxn modelId="{A14D47F2-C21F-4F75-87DB-A0947E3B0E60}" srcId="{B8F32717-5911-4A2D-8B5F-87A5781742E6}" destId="{CDB434BD-4E21-4D2D-B67F-4F028DA58C83}" srcOrd="0" destOrd="0" parTransId="{43FA179C-7D4C-4CF7-ABE4-3EDECAA83B95}" sibTransId="{5FAFDA0D-9760-4BE1-8040-A5EB9F8B8947}"/>
    <dgm:cxn modelId="{055271E8-D2E8-4999-BFBA-F7D869C5CAA5}" srcId="{67E81F09-A6ED-4B11-9B0C-08C52FEC292A}" destId="{B8F32717-5911-4A2D-8B5F-87A5781742E6}" srcOrd="3" destOrd="0" parTransId="{A8D052DD-1297-4D32-8596-794E1DBB4E07}" sibTransId="{B634E6CA-D080-4BD8-B062-216B1549E39F}"/>
    <dgm:cxn modelId="{AFA0CBFF-21AB-4C42-BCB8-70114966C729}" type="presOf" srcId="{89D38283-631B-4BEE-9365-E54EA8DA7D2A}" destId="{55925767-70E7-45A1-9F9D-338E147A5DF0}" srcOrd="0" destOrd="0" presId="urn:microsoft.com/office/officeart/2005/8/layout/vList3"/>
    <dgm:cxn modelId="{5B60B86B-4EC4-42A9-A0F4-BFE484DA496B}" srcId="{67E81F09-A6ED-4B11-9B0C-08C52FEC292A}" destId="{011A2007-8243-4D4B-B724-C9A4AFD3143C}" srcOrd="0" destOrd="0" parTransId="{41DAD80D-5C60-48D4-B25C-A620B57D3509}" sibTransId="{EC4B89E2-C557-4520-A348-CDDCEF1EAFF9}"/>
    <dgm:cxn modelId="{1A4659C1-8C52-42B5-BFD9-BFF4EC557BD9}" type="presOf" srcId="{B8F32717-5911-4A2D-8B5F-87A5781742E6}" destId="{128CAEB3-26D8-494C-B1C8-ACD91857DF59}" srcOrd="0" destOrd="0" presId="urn:microsoft.com/office/officeart/2005/8/layout/vList3"/>
    <dgm:cxn modelId="{53FE31DD-962B-4CF6-AA0B-A6039F8AB8EA}" type="presParOf" srcId="{5B9CA5A1-8D11-4E72-8650-65A3683DAF51}" destId="{A1AB5645-7310-4E08-947C-EF1A2F1A57FD}" srcOrd="0" destOrd="0" presId="urn:microsoft.com/office/officeart/2005/8/layout/vList3"/>
    <dgm:cxn modelId="{26D5F09E-450A-4869-B707-460A789C99CD}" type="presParOf" srcId="{A1AB5645-7310-4E08-947C-EF1A2F1A57FD}" destId="{F1886BAC-2C15-4FD5-A322-9C6D3AEEBF4D}" srcOrd="0" destOrd="0" presId="urn:microsoft.com/office/officeart/2005/8/layout/vList3"/>
    <dgm:cxn modelId="{490F906B-980D-47A9-BD40-96801243981A}" type="presParOf" srcId="{A1AB5645-7310-4E08-947C-EF1A2F1A57FD}" destId="{22294B5E-B726-4B9A-9888-4D396044E566}" srcOrd="1" destOrd="0" presId="urn:microsoft.com/office/officeart/2005/8/layout/vList3"/>
    <dgm:cxn modelId="{8DD7AB0B-BFBD-4F1D-BB37-C51C312EE399}" type="presParOf" srcId="{5B9CA5A1-8D11-4E72-8650-65A3683DAF51}" destId="{5B2FC2E6-A598-42E0-9959-C34B4D9570AC}" srcOrd="1" destOrd="0" presId="urn:microsoft.com/office/officeart/2005/8/layout/vList3"/>
    <dgm:cxn modelId="{8463DBFA-3E3F-4DB7-AD55-C0867B202E6B}" type="presParOf" srcId="{5B9CA5A1-8D11-4E72-8650-65A3683DAF51}" destId="{AEDA0F6E-299A-4EF9-987F-572E9B1AF2C2}" srcOrd="2" destOrd="0" presId="urn:microsoft.com/office/officeart/2005/8/layout/vList3"/>
    <dgm:cxn modelId="{5D8346A9-A3FC-45E4-98F8-D9695C477995}" type="presParOf" srcId="{AEDA0F6E-299A-4EF9-987F-572E9B1AF2C2}" destId="{EBECE7F9-6134-424B-83C1-30BA2BACE8B5}" srcOrd="0" destOrd="0" presId="urn:microsoft.com/office/officeart/2005/8/layout/vList3"/>
    <dgm:cxn modelId="{B72002E1-ACC3-4EE3-947E-B33895CC40CF}" type="presParOf" srcId="{AEDA0F6E-299A-4EF9-987F-572E9B1AF2C2}" destId="{3B1BAAB1-40C0-4B19-B3D1-B2D7B4385D34}" srcOrd="1" destOrd="0" presId="urn:microsoft.com/office/officeart/2005/8/layout/vList3"/>
    <dgm:cxn modelId="{78C50886-28C1-48F3-866C-95A7053835E7}" type="presParOf" srcId="{5B9CA5A1-8D11-4E72-8650-65A3683DAF51}" destId="{39F7BA13-AEE8-4159-9919-23FCB306C3B1}" srcOrd="3" destOrd="0" presId="urn:microsoft.com/office/officeart/2005/8/layout/vList3"/>
    <dgm:cxn modelId="{F0C6EDBD-DD48-4AC8-91CC-313EDDEC8DD7}" type="presParOf" srcId="{5B9CA5A1-8D11-4E72-8650-65A3683DAF51}" destId="{03042F36-B983-42A9-A5D5-5812F61234CF}" srcOrd="4" destOrd="0" presId="urn:microsoft.com/office/officeart/2005/8/layout/vList3"/>
    <dgm:cxn modelId="{356467B2-D127-4014-A115-30857B3D0BDD}" type="presParOf" srcId="{03042F36-B983-42A9-A5D5-5812F61234CF}" destId="{0379138E-64A9-419B-B2CA-C9DEB2E130EA}" srcOrd="0" destOrd="0" presId="urn:microsoft.com/office/officeart/2005/8/layout/vList3"/>
    <dgm:cxn modelId="{6CE9F2F7-D494-4046-9571-CDAEF0CF5E9E}" type="presParOf" srcId="{03042F36-B983-42A9-A5D5-5812F61234CF}" destId="{55925767-70E7-45A1-9F9D-338E147A5DF0}" srcOrd="1" destOrd="0" presId="urn:microsoft.com/office/officeart/2005/8/layout/vList3"/>
    <dgm:cxn modelId="{0B284BC5-C6C6-4CDD-9509-9BD0C6E310AF}" type="presParOf" srcId="{5B9CA5A1-8D11-4E72-8650-65A3683DAF51}" destId="{B2C45D06-3A1D-4980-B6C1-3D3287ABF8CF}" srcOrd="5" destOrd="0" presId="urn:microsoft.com/office/officeart/2005/8/layout/vList3"/>
    <dgm:cxn modelId="{F09A10A4-CB53-4C5E-BC15-89A4F1AF7731}" type="presParOf" srcId="{5B9CA5A1-8D11-4E72-8650-65A3683DAF51}" destId="{09A8341A-C603-4376-88E6-582B1B593735}" srcOrd="6" destOrd="0" presId="urn:microsoft.com/office/officeart/2005/8/layout/vList3"/>
    <dgm:cxn modelId="{AE0FCAFB-E9A5-48E4-8B2C-F9A7F85E1063}" type="presParOf" srcId="{09A8341A-C603-4376-88E6-582B1B593735}" destId="{E3A4F8BC-38B7-4F24-8524-BB006C71F5A8}" srcOrd="0" destOrd="0" presId="urn:microsoft.com/office/officeart/2005/8/layout/vList3"/>
    <dgm:cxn modelId="{54DD2A74-E665-4F45-9A43-37016762216A}" type="presParOf" srcId="{09A8341A-C603-4376-88E6-582B1B593735}" destId="{128CAEB3-26D8-494C-B1C8-ACD91857DF59}" srcOrd="1" destOrd="0" presId="urn:microsoft.com/office/officeart/2005/8/layout/vList3"/>
  </dgm:cxnLst>
  <dgm:bg>
    <a:effectLst>
      <a:glow rad="228600">
        <a:schemeClr val="accent1">
          <a:satMod val="175000"/>
          <a:alpha val="40000"/>
        </a:schemeClr>
      </a:glow>
    </a:effectLst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9F4BED2-971B-47DA-95FF-7B915927AE58}" type="doc">
      <dgm:prSet loTypeId="urn:microsoft.com/office/officeart/2005/8/layout/hProcess4" loCatId="process" qsTypeId="urn:microsoft.com/office/officeart/2005/8/quickstyle/3d1" qsCatId="3D" csTypeId="urn:microsoft.com/office/officeart/2005/8/colors/accent2_5" csCatId="accent2" phldr="1"/>
      <dgm:spPr/>
      <dgm:t>
        <a:bodyPr/>
        <a:lstStyle/>
        <a:p>
          <a:endParaRPr lang="ru-RU"/>
        </a:p>
      </dgm:t>
    </dgm:pt>
    <dgm:pt modelId="{06FAF53C-2BD8-4143-BBF1-56C7E77CAD4F}">
      <dgm:prSet phldrT="[Текст]"/>
      <dgm:spPr/>
      <dgm:t>
        <a:bodyPr/>
        <a:lstStyle/>
        <a:p>
          <a:r>
            <a:rPr lang="ru-RU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Технологии 1947 года</a:t>
          </a:r>
          <a:endParaRPr lang="ru-RU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0603A64-A9F2-4954-A8BD-27AA18857438}" type="parTrans" cxnId="{C6B37F56-F35C-4DA9-9838-F53F04D71B26}">
      <dgm:prSet/>
      <dgm:spPr/>
      <dgm:t>
        <a:bodyPr/>
        <a:lstStyle/>
        <a:p>
          <a:endParaRPr lang="ru-RU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BAFB22D-3296-4248-9520-04DFD594BE6F}" type="sibTrans" cxnId="{C6B37F56-F35C-4DA9-9838-F53F04D71B26}">
      <dgm:prSet/>
      <dgm:spPr/>
      <dgm:t>
        <a:bodyPr/>
        <a:lstStyle/>
        <a:p>
          <a:endParaRPr lang="ru-RU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952FC32-8C7A-4BC6-9704-B1CC9C04798C}">
      <dgm:prSet phldrT="[Текст]"/>
      <dgm:spPr/>
      <dgm:t>
        <a:bodyPr/>
        <a:lstStyle/>
        <a:p>
          <a:r>
            <a:rPr lang="ru-RU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Щит </a:t>
          </a:r>
          <a:r>
            <a:rPr lang="ru-RU" b="1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Уиппла</a:t>
          </a:r>
          <a:r>
            <a:rPr lang="ru-RU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(алюминиевые листы)</a:t>
          </a:r>
          <a:endParaRPr lang="ru-RU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156D0D5-80B0-49D4-8ACA-882C73DC2FB1}" type="parTrans" cxnId="{4D858C75-9A95-43A1-A2C5-E5A19E16374A}">
      <dgm:prSet/>
      <dgm:spPr/>
      <dgm:t>
        <a:bodyPr/>
        <a:lstStyle/>
        <a:p>
          <a:endParaRPr lang="ru-RU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595123F-1615-4230-9A10-68A9FAB7ED35}" type="sibTrans" cxnId="{4D858C75-9A95-43A1-A2C5-E5A19E16374A}">
      <dgm:prSet/>
      <dgm:spPr/>
      <dgm:t>
        <a:bodyPr/>
        <a:lstStyle/>
        <a:p>
          <a:endParaRPr lang="ru-RU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A884D70-FDA6-4CA3-BB22-CAD84D0743D8}">
      <dgm:prSet phldrT="[Текст]"/>
      <dgm:spPr/>
      <dgm:t>
        <a:bodyPr/>
        <a:lstStyle/>
        <a:p>
          <a:r>
            <a:rPr lang="ru-RU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Избыточный вес</a:t>
          </a:r>
          <a:endParaRPr lang="ru-RU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579896C-BEF7-4575-A2BD-5495376B0762}" type="parTrans" cxnId="{444D5807-D640-4C45-A5A4-803CD8DFC46B}">
      <dgm:prSet/>
      <dgm:spPr/>
      <dgm:t>
        <a:bodyPr/>
        <a:lstStyle/>
        <a:p>
          <a:endParaRPr lang="ru-RU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1578ECE-1193-49FD-9F8B-CA9F3748B478}" type="sibTrans" cxnId="{444D5807-D640-4C45-A5A4-803CD8DFC46B}">
      <dgm:prSet/>
      <dgm:spPr/>
      <dgm:t>
        <a:bodyPr/>
        <a:lstStyle/>
        <a:p>
          <a:endParaRPr lang="ru-RU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55A2EE3-7AC2-497E-B157-9DF40CC35FB0}">
      <dgm:prSet phldrT="[Текст]"/>
      <dgm:spPr/>
      <dgm:t>
        <a:bodyPr/>
        <a:lstStyle/>
        <a:p>
          <a:r>
            <a:rPr lang="ru-RU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Пассивная броня «съедает» до 30% полезной нагрузки</a:t>
          </a:r>
          <a:endParaRPr lang="ru-RU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2AFC49D-AE88-4C7D-ACEF-54912AF52AE6}" type="parTrans" cxnId="{9AD0A933-3A94-4B3A-9374-E75ED449C140}">
      <dgm:prSet/>
      <dgm:spPr/>
      <dgm:t>
        <a:bodyPr/>
        <a:lstStyle/>
        <a:p>
          <a:endParaRPr lang="ru-RU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AE14811-B1EE-42B6-9E32-15610DC8A157}" type="sibTrans" cxnId="{9AD0A933-3A94-4B3A-9374-E75ED449C140}">
      <dgm:prSet/>
      <dgm:spPr/>
      <dgm:t>
        <a:bodyPr/>
        <a:lstStyle/>
        <a:p>
          <a:endParaRPr lang="ru-RU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6AA4B03-EB12-46CA-8F2D-AD6497B71871}">
      <dgm:prSet phldrT="[Текст]"/>
      <dgm:spPr/>
      <dgm:t>
        <a:bodyPr/>
        <a:lstStyle/>
        <a:p>
          <a:r>
            <a:rPr lang="ru-RU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Цена вопроса</a:t>
          </a:r>
          <a:endParaRPr lang="ru-RU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3453D11-A70F-4C23-B02A-0ABB28D36929}" type="parTrans" cxnId="{1C46B39D-7562-4CFD-B7F0-31EA4B1650E1}">
      <dgm:prSet/>
      <dgm:spPr/>
      <dgm:t>
        <a:bodyPr/>
        <a:lstStyle/>
        <a:p>
          <a:endParaRPr lang="ru-RU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8CA117E-6085-4274-82EA-548807F4C05A}" type="sibTrans" cxnId="{1C46B39D-7562-4CFD-B7F0-31EA4B1650E1}">
      <dgm:prSet/>
      <dgm:spPr/>
      <dgm:t>
        <a:bodyPr/>
        <a:lstStyle/>
        <a:p>
          <a:endParaRPr lang="ru-RU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C4E4B5D-5A89-4F80-A84F-AD56189444C0}">
      <dgm:prSet phldrT="[Текст]"/>
      <dgm:spPr/>
      <dgm:t>
        <a:bodyPr/>
        <a:lstStyle/>
        <a:p>
          <a:r>
            <a:rPr lang="ru-RU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Стоимость вывода 1 кг груза = $5,000 – $10,000</a:t>
          </a:r>
          <a:endParaRPr lang="ru-RU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D458A33-F01A-43FB-A20A-8589AC1FF0D0}" type="parTrans" cxnId="{4B22F3F3-BB57-4D64-968A-08952371A0F8}">
      <dgm:prSet/>
      <dgm:spPr/>
      <dgm:t>
        <a:bodyPr/>
        <a:lstStyle/>
        <a:p>
          <a:endParaRPr lang="ru-RU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EF99535-24B7-4492-AE85-2C24EA8BD668}" type="sibTrans" cxnId="{4B22F3F3-BB57-4D64-968A-08952371A0F8}">
      <dgm:prSet/>
      <dgm:spPr/>
      <dgm:t>
        <a:bodyPr/>
        <a:lstStyle/>
        <a:p>
          <a:endParaRPr lang="ru-RU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B583E86-63B9-431F-B04C-C44F110D04A3}">
      <dgm:prSet phldrT="[Текст]"/>
      <dgm:spPr/>
      <dgm:t>
        <a:bodyPr/>
        <a:lstStyle/>
        <a:p>
          <a:r>
            <a:rPr lang="ru-RU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Мы тратим миллионы долларов на запуск «мертвого груза» металла.</a:t>
          </a:r>
          <a:endParaRPr lang="ru-RU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D67992A-5651-4228-8FB4-3837A2D07F99}" type="parTrans" cxnId="{8C1F4ADD-792F-47F4-AD80-D1596BB4B3E6}">
      <dgm:prSet/>
      <dgm:spPr/>
      <dgm:t>
        <a:bodyPr/>
        <a:lstStyle/>
        <a:p>
          <a:endParaRPr lang="ru-RU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BADD9C5-D2EA-4225-869D-2BE94D7130CE}" type="sibTrans" cxnId="{8C1F4ADD-792F-47F4-AD80-D1596BB4B3E6}">
      <dgm:prSet/>
      <dgm:spPr/>
      <dgm:t>
        <a:bodyPr/>
        <a:lstStyle/>
        <a:p>
          <a:endParaRPr lang="ru-RU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0ADFDAA-CFA7-4726-96F1-6A6C46113C95}">
      <dgm:prSet phldrT="[Текст]"/>
      <dgm:spPr/>
      <dgm:t>
        <a:bodyPr/>
        <a:lstStyle/>
        <a:p>
          <a:r>
            <a:rPr lang="ru-RU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Вывод</a:t>
          </a:r>
          <a:endParaRPr lang="ru-RU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3F6D515-5F1D-49D6-9185-F97530A427F2}" type="parTrans" cxnId="{D878A551-80CC-4A57-9E6F-9C8A28BA6325}">
      <dgm:prSet/>
      <dgm:spPr/>
      <dgm:t>
        <a:bodyPr/>
        <a:lstStyle/>
        <a:p>
          <a:endParaRPr lang="ru-RU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BF9CF46-69EB-4A02-8688-E4E076D8FDF7}" type="sibTrans" cxnId="{D878A551-80CC-4A57-9E6F-9C8A28BA6325}">
      <dgm:prSet/>
      <dgm:spPr/>
      <dgm:t>
        <a:bodyPr/>
        <a:lstStyle/>
        <a:p>
          <a:endParaRPr lang="ru-RU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ACED1EB-46D4-462E-8A48-C0B1C1A717A2}" type="pres">
      <dgm:prSet presAssocID="{F9F4BED2-971B-47DA-95FF-7B915927AE58}" presName="Name0" presStyleCnt="0">
        <dgm:presLayoutVars>
          <dgm:dir/>
          <dgm:animLvl val="lvl"/>
          <dgm:resizeHandles val="exact"/>
        </dgm:presLayoutVars>
      </dgm:prSet>
      <dgm:spPr/>
    </dgm:pt>
    <dgm:pt modelId="{EBE1ABE4-1A87-4FEA-A1FA-45E638844DA0}" type="pres">
      <dgm:prSet presAssocID="{F9F4BED2-971B-47DA-95FF-7B915927AE58}" presName="tSp" presStyleCnt="0"/>
      <dgm:spPr/>
    </dgm:pt>
    <dgm:pt modelId="{5C36A7D9-9E8C-4891-A042-4B0697DC703D}" type="pres">
      <dgm:prSet presAssocID="{F9F4BED2-971B-47DA-95FF-7B915927AE58}" presName="bSp" presStyleCnt="0"/>
      <dgm:spPr/>
    </dgm:pt>
    <dgm:pt modelId="{80CBA8BE-6BBA-4741-9528-9DE2E7223AA6}" type="pres">
      <dgm:prSet presAssocID="{F9F4BED2-971B-47DA-95FF-7B915927AE58}" presName="process" presStyleCnt="0"/>
      <dgm:spPr/>
    </dgm:pt>
    <dgm:pt modelId="{966AE2BE-F591-4935-9140-87C002D4F034}" type="pres">
      <dgm:prSet presAssocID="{06FAF53C-2BD8-4143-BBF1-56C7E77CAD4F}" presName="composite1" presStyleCnt="0"/>
      <dgm:spPr/>
    </dgm:pt>
    <dgm:pt modelId="{BDD1CCE4-2DDE-4A06-BE29-3BAE41ECCE48}" type="pres">
      <dgm:prSet presAssocID="{06FAF53C-2BD8-4143-BBF1-56C7E77CAD4F}" presName="dummyNode1" presStyleLbl="node1" presStyleIdx="0" presStyleCnt="4"/>
      <dgm:spPr/>
    </dgm:pt>
    <dgm:pt modelId="{DA78EF25-E4A6-4EEC-9352-48FE76971448}" type="pres">
      <dgm:prSet presAssocID="{06FAF53C-2BD8-4143-BBF1-56C7E77CAD4F}" presName="childNode1" presStyleLbl="bgAcc1" presStyleIdx="0" presStyleCnt="4">
        <dgm:presLayoutVars>
          <dgm:bulletEnabled val="1"/>
        </dgm:presLayoutVars>
      </dgm:prSet>
      <dgm:spPr/>
    </dgm:pt>
    <dgm:pt modelId="{715BD6CE-56C4-4C2E-B1F0-566DCA314BF9}" type="pres">
      <dgm:prSet presAssocID="{06FAF53C-2BD8-4143-BBF1-56C7E77CAD4F}" presName="childNode1tx" presStyleLbl="bgAcc1" presStyleIdx="0" presStyleCnt="4">
        <dgm:presLayoutVars>
          <dgm:bulletEnabled val="1"/>
        </dgm:presLayoutVars>
      </dgm:prSet>
      <dgm:spPr/>
    </dgm:pt>
    <dgm:pt modelId="{8FF067E4-C49D-4DA5-A678-3EAF4D0619E2}" type="pres">
      <dgm:prSet presAssocID="{06FAF53C-2BD8-4143-BBF1-56C7E77CAD4F}" presName="parentNode1" presStyleLbl="node1" presStyleIdx="0" presStyleCnt="4">
        <dgm:presLayoutVars>
          <dgm:chMax val="1"/>
          <dgm:bulletEnabled val="1"/>
        </dgm:presLayoutVars>
      </dgm:prSet>
      <dgm:spPr/>
    </dgm:pt>
    <dgm:pt modelId="{A8A12CA6-FD15-457F-A930-158B43421149}" type="pres">
      <dgm:prSet presAssocID="{06FAF53C-2BD8-4143-BBF1-56C7E77CAD4F}" presName="connSite1" presStyleCnt="0"/>
      <dgm:spPr/>
    </dgm:pt>
    <dgm:pt modelId="{B231B9BA-BCF0-478F-860F-1E00E24228FA}" type="pres">
      <dgm:prSet presAssocID="{BBAFB22D-3296-4248-9520-04DFD594BE6F}" presName="Name9" presStyleLbl="sibTrans2D1" presStyleIdx="0" presStyleCnt="3"/>
      <dgm:spPr/>
    </dgm:pt>
    <dgm:pt modelId="{3938DDF0-9907-4BAF-B742-F519F708E251}" type="pres">
      <dgm:prSet presAssocID="{1A884D70-FDA6-4CA3-BB22-CAD84D0743D8}" presName="composite2" presStyleCnt="0"/>
      <dgm:spPr/>
    </dgm:pt>
    <dgm:pt modelId="{99F4A18B-4BAE-46FB-A3D6-1975A2F3ED3B}" type="pres">
      <dgm:prSet presAssocID="{1A884D70-FDA6-4CA3-BB22-CAD84D0743D8}" presName="dummyNode2" presStyleLbl="node1" presStyleIdx="0" presStyleCnt="4"/>
      <dgm:spPr/>
    </dgm:pt>
    <dgm:pt modelId="{101CEAEC-CFF7-4CD1-9E8D-D4250A218E17}" type="pres">
      <dgm:prSet presAssocID="{1A884D70-FDA6-4CA3-BB22-CAD84D0743D8}" presName="childNode2" presStyleLbl="bgAcc1" presStyleIdx="1" presStyleCnt="4">
        <dgm:presLayoutVars>
          <dgm:bulletEnabled val="1"/>
        </dgm:presLayoutVars>
      </dgm:prSet>
      <dgm:spPr/>
    </dgm:pt>
    <dgm:pt modelId="{0A4A8452-4999-4C2C-9244-8184F04D7580}" type="pres">
      <dgm:prSet presAssocID="{1A884D70-FDA6-4CA3-BB22-CAD84D0743D8}" presName="childNode2tx" presStyleLbl="bgAcc1" presStyleIdx="1" presStyleCnt="4">
        <dgm:presLayoutVars>
          <dgm:bulletEnabled val="1"/>
        </dgm:presLayoutVars>
      </dgm:prSet>
      <dgm:spPr/>
    </dgm:pt>
    <dgm:pt modelId="{567CDAE9-F1F2-4578-BA30-F283AEC29187}" type="pres">
      <dgm:prSet presAssocID="{1A884D70-FDA6-4CA3-BB22-CAD84D0743D8}" presName="parentNode2" presStyleLbl="node1" presStyleIdx="1" presStyleCnt="4">
        <dgm:presLayoutVars>
          <dgm:chMax val="0"/>
          <dgm:bulletEnabled val="1"/>
        </dgm:presLayoutVars>
      </dgm:prSet>
      <dgm:spPr/>
    </dgm:pt>
    <dgm:pt modelId="{8E1F5D7B-5B7C-4065-B702-8A6D7C6EF863}" type="pres">
      <dgm:prSet presAssocID="{1A884D70-FDA6-4CA3-BB22-CAD84D0743D8}" presName="connSite2" presStyleCnt="0"/>
      <dgm:spPr/>
    </dgm:pt>
    <dgm:pt modelId="{D3E643BD-0E7F-4314-8D47-C4E617C6CD10}" type="pres">
      <dgm:prSet presAssocID="{91578ECE-1193-49FD-9F8B-CA9F3748B478}" presName="Name18" presStyleLbl="sibTrans2D1" presStyleIdx="1" presStyleCnt="3"/>
      <dgm:spPr/>
    </dgm:pt>
    <dgm:pt modelId="{092EF5B4-9FD8-4DB0-A433-847828637D2E}" type="pres">
      <dgm:prSet presAssocID="{C6AA4B03-EB12-46CA-8F2D-AD6497B71871}" presName="composite1" presStyleCnt="0"/>
      <dgm:spPr/>
    </dgm:pt>
    <dgm:pt modelId="{324AA455-5296-4B97-9856-9AD0F1C2736B}" type="pres">
      <dgm:prSet presAssocID="{C6AA4B03-EB12-46CA-8F2D-AD6497B71871}" presName="dummyNode1" presStyleLbl="node1" presStyleIdx="1" presStyleCnt="4"/>
      <dgm:spPr/>
    </dgm:pt>
    <dgm:pt modelId="{F30B7C6D-F1F1-4260-B1E0-3C5AB11B4ADB}" type="pres">
      <dgm:prSet presAssocID="{C6AA4B03-EB12-46CA-8F2D-AD6497B71871}" presName="childNode1" presStyleLbl="bgAcc1" presStyleIdx="2" presStyleCnt="4">
        <dgm:presLayoutVars>
          <dgm:bulletEnabled val="1"/>
        </dgm:presLayoutVars>
      </dgm:prSet>
      <dgm:spPr/>
    </dgm:pt>
    <dgm:pt modelId="{EB3DE7F6-245D-4770-83F2-393F69462624}" type="pres">
      <dgm:prSet presAssocID="{C6AA4B03-EB12-46CA-8F2D-AD6497B71871}" presName="childNode1tx" presStyleLbl="bgAcc1" presStyleIdx="2" presStyleCnt="4">
        <dgm:presLayoutVars>
          <dgm:bulletEnabled val="1"/>
        </dgm:presLayoutVars>
      </dgm:prSet>
      <dgm:spPr/>
    </dgm:pt>
    <dgm:pt modelId="{78FB0D59-EE10-46AC-B589-0DF98A41F8E1}" type="pres">
      <dgm:prSet presAssocID="{C6AA4B03-EB12-46CA-8F2D-AD6497B71871}" presName="parentNode1" presStyleLbl="node1" presStyleIdx="2" presStyleCnt="4">
        <dgm:presLayoutVars>
          <dgm:chMax val="1"/>
          <dgm:bulletEnabled val="1"/>
        </dgm:presLayoutVars>
      </dgm:prSet>
      <dgm:spPr/>
    </dgm:pt>
    <dgm:pt modelId="{26E285D4-32A0-480E-9677-7FE4CBE811D3}" type="pres">
      <dgm:prSet presAssocID="{C6AA4B03-EB12-46CA-8F2D-AD6497B71871}" presName="connSite1" presStyleCnt="0"/>
      <dgm:spPr/>
    </dgm:pt>
    <dgm:pt modelId="{D1BFC2E0-4F42-4700-A5F9-F8CEE82EEFEF}" type="pres">
      <dgm:prSet presAssocID="{08CA117E-6085-4274-82EA-548807F4C05A}" presName="Name9" presStyleLbl="sibTrans2D1" presStyleIdx="2" presStyleCnt="3"/>
      <dgm:spPr/>
    </dgm:pt>
    <dgm:pt modelId="{1BDFE087-9DBC-4C90-B89F-865E37EDA93F}" type="pres">
      <dgm:prSet presAssocID="{C0ADFDAA-CFA7-4726-96F1-6A6C46113C95}" presName="composite2" presStyleCnt="0"/>
      <dgm:spPr/>
    </dgm:pt>
    <dgm:pt modelId="{51A7BE70-4727-42C4-8A2D-238D589719F5}" type="pres">
      <dgm:prSet presAssocID="{C0ADFDAA-CFA7-4726-96F1-6A6C46113C95}" presName="dummyNode2" presStyleLbl="node1" presStyleIdx="2" presStyleCnt="4"/>
      <dgm:spPr/>
    </dgm:pt>
    <dgm:pt modelId="{4058518E-820E-4411-9FFE-C7F6EE04146A}" type="pres">
      <dgm:prSet presAssocID="{C0ADFDAA-CFA7-4726-96F1-6A6C46113C95}" presName="childNode2" presStyleLbl="bgAcc1" presStyleIdx="3" presStyleCnt="4">
        <dgm:presLayoutVars>
          <dgm:bulletEnabled val="1"/>
        </dgm:presLayoutVars>
      </dgm:prSet>
      <dgm:spPr/>
    </dgm:pt>
    <dgm:pt modelId="{71279101-522D-4B3B-B9D4-61D3D598168F}" type="pres">
      <dgm:prSet presAssocID="{C0ADFDAA-CFA7-4726-96F1-6A6C46113C95}" presName="childNode2tx" presStyleLbl="bgAcc1" presStyleIdx="3" presStyleCnt="4">
        <dgm:presLayoutVars>
          <dgm:bulletEnabled val="1"/>
        </dgm:presLayoutVars>
      </dgm:prSet>
      <dgm:spPr/>
    </dgm:pt>
    <dgm:pt modelId="{391707B1-8CCF-47E5-A429-3A7D668E18AF}" type="pres">
      <dgm:prSet presAssocID="{C0ADFDAA-CFA7-4726-96F1-6A6C46113C95}" presName="parentNode2" presStyleLbl="node1" presStyleIdx="3" presStyleCnt="4">
        <dgm:presLayoutVars>
          <dgm:chMax val="0"/>
          <dgm:bulletEnabled val="1"/>
        </dgm:presLayoutVars>
      </dgm:prSet>
      <dgm:spPr/>
    </dgm:pt>
    <dgm:pt modelId="{15D70AFA-7784-41B2-B6ED-F4BDD2E836F2}" type="pres">
      <dgm:prSet presAssocID="{C0ADFDAA-CFA7-4726-96F1-6A6C46113C95}" presName="connSite2" presStyleCnt="0"/>
      <dgm:spPr/>
    </dgm:pt>
  </dgm:ptLst>
  <dgm:cxnLst>
    <dgm:cxn modelId="{444D5807-D640-4C45-A5A4-803CD8DFC46B}" srcId="{F9F4BED2-971B-47DA-95FF-7B915927AE58}" destId="{1A884D70-FDA6-4CA3-BB22-CAD84D0743D8}" srcOrd="1" destOrd="0" parTransId="{C579896C-BEF7-4575-A2BD-5495376B0762}" sibTransId="{91578ECE-1193-49FD-9F8B-CA9F3748B478}"/>
    <dgm:cxn modelId="{DAE5B04C-3BED-43B6-BAA5-C53214A71745}" type="presOf" srcId="{7C4E4B5D-5A89-4F80-A84F-AD56189444C0}" destId="{F30B7C6D-F1F1-4260-B1E0-3C5AB11B4ADB}" srcOrd="0" destOrd="0" presId="urn:microsoft.com/office/officeart/2005/8/layout/hProcess4"/>
    <dgm:cxn modelId="{FA52C6F4-CF68-4276-9A69-C62276FA647A}" type="presOf" srcId="{E55A2EE3-7AC2-497E-B157-9DF40CC35FB0}" destId="{0A4A8452-4999-4C2C-9244-8184F04D7580}" srcOrd="1" destOrd="0" presId="urn:microsoft.com/office/officeart/2005/8/layout/hProcess4"/>
    <dgm:cxn modelId="{9B6220A4-9D85-48E4-A547-E8F9CFB5D06F}" type="presOf" srcId="{BBAFB22D-3296-4248-9520-04DFD594BE6F}" destId="{B231B9BA-BCF0-478F-860F-1E00E24228FA}" srcOrd="0" destOrd="0" presId="urn:microsoft.com/office/officeart/2005/8/layout/hProcess4"/>
    <dgm:cxn modelId="{32E8ECF9-533C-421F-9554-95EABB621086}" type="presOf" srcId="{C952FC32-8C7A-4BC6-9704-B1CC9C04798C}" destId="{DA78EF25-E4A6-4EEC-9352-48FE76971448}" srcOrd="0" destOrd="0" presId="urn:microsoft.com/office/officeart/2005/8/layout/hProcess4"/>
    <dgm:cxn modelId="{4D858C75-9A95-43A1-A2C5-E5A19E16374A}" srcId="{06FAF53C-2BD8-4143-BBF1-56C7E77CAD4F}" destId="{C952FC32-8C7A-4BC6-9704-B1CC9C04798C}" srcOrd="0" destOrd="0" parTransId="{8156D0D5-80B0-49D4-8ACA-882C73DC2FB1}" sibTransId="{D595123F-1615-4230-9A10-68A9FAB7ED35}"/>
    <dgm:cxn modelId="{C5E10945-717B-4D0B-B69A-D88C9E447988}" type="presOf" srcId="{91578ECE-1193-49FD-9F8B-CA9F3748B478}" destId="{D3E643BD-0E7F-4314-8D47-C4E617C6CD10}" srcOrd="0" destOrd="0" presId="urn:microsoft.com/office/officeart/2005/8/layout/hProcess4"/>
    <dgm:cxn modelId="{DC659282-98CF-44E1-8108-0B0B96AB7264}" type="presOf" srcId="{C6AA4B03-EB12-46CA-8F2D-AD6497B71871}" destId="{78FB0D59-EE10-46AC-B589-0DF98A41F8E1}" srcOrd="0" destOrd="0" presId="urn:microsoft.com/office/officeart/2005/8/layout/hProcess4"/>
    <dgm:cxn modelId="{3E89AF0F-7C9D-4D65-BD31-DB98B8D59A82}" type="presOf" srcId="{C952FC32-8C7A-4BC6-9704-B1CC9C04798C}" destId="{715BD6CE-56C4-4C2E-B1F0-566DCA314BF9}" srcOrd="1" destOrd="0" presId="urn:microsoft.com/office/officeart/2005/8/layout/hProcess4"/>
    <dgm:cxn modelId="{F6BA3561-D816-4C4D-9D1F-5A24D465A2D1}" type="presOf" srcId="{1A884D70-FDA6-4CA3-BB22-CAD84D0743D8}" destId="{567CDAE9-F1F2-4578-BA30-F283AEC29187}" srcOrd="0" destOrd="0" presId="urn:microsoft.com/office/officeart/2005/8/layout/hProcess4"/>
    <dgm:cxn modelId="{8C1F4ADD-792F-47F4-AD80-D1596BB4B3E6}" srcId="{C0ADFDAA-CFA7-4726-96F1-6A6C46113C95}" destId="{2B583E86-63B9-431F-B04C-C44F110D04A3}" srcOrd="0" destOrd="0" parTransId="{CD67992A-5651-4228-8FB4-3837A2D07F99}" sibTransId="{7BADD9C5-D2EA-4225-869D-2BE94D7130CE}"/>
    <dgm:cxn modelId="{9AD0A933-3A94-4B3A-9374-E75ED449C140}" srcId="{1A884D70-FDA6-4CA3-BB22-CAD84D0743D8}" destId="{E55A2EE3-7AC2-497E-B157-9DF40CC35FB0}" srcOrd="0" destOrd="0" parTransId="{72AFC49D-AE88-4C7D-ACEF-54912AF52AE6}" sibTransId="{5AE14811-B1EE-42B6-9E32-15610DC8A157}"/>
    <dgm:cxn modelId="{3D2577CE-1050-4223-92B0-910D8CB6B951}" type="presOf" srcId="{2B583E86-63B9-431F-B04C-C44F110D04A3}" destId="{71279101-522D-4B3B-B9D4-61D3D598168F}" srcOrd="1" destOrd="0" presId="urn:microsoft.com/office/officeart/2005/8/layout/hProcess4"/>
    <dgm:cxn modelId="{C6B37F56-F35C-4DA9-9838-F53F04D71B26}" srcId="{F9F4BED2-971B-47DA-95FF-7B915927AE58}" destId="{06FAF53C-2BD8-4143-BBF1-56C7E77CAD4F}" srcOrd="0" destOrd="0" parTransId="{90603A64-A9F2-4954-A8BD-27AA18857438}" sibTransId="{BBAFB22D-3296-4248-9520-04DFD594BE6F}"/>
    <dgm:cxn modelId="{3A423B50-852A-4549-82AC-2938AEF77BD8}" type="presOf" srcId="{C0ADFDAA-CFA7-4726-96F1-6A6C46113C95}" destId="{391707B1-8CCF-47E5-A429-3A7D668E18AF}" srcOrd="0" destOrd="0" presId="urn:microsoft.com/office/officeart/2005/8/layout/hProcess4"/>
    <dgm:cxn modelId="{4B22F3F3-BB57-4D64-968A-08952371A0F8}" srcId="{C6AA4B03-EB12-46CA-8F2D-AD6497B71871}" destId="{7C4E4B5D-5A89-4F80-A84F-AD56189444C0}" srcOrd="0" destOrd="0" parTransId="{ED458A33-F01A-43FB-A20A-8589AC1FF0D0}" sibTransId="{EEF99535-24B7-4492-AE85-2C24EA8BD668}"/>
    <dgm:cxn modelId="{74E7F583-9380-4E51-988B-E397E69753D9}" type="presOf" srcId="{F9F4BED2-971B-47DA-95FF-7B915927AE58}" destId="{EACED1EB-46D4-462E-8A48-C0B1C1A717A2}" srcOrd="0" destOrd="0" presId="urn:microsoft.com/office/officeart/2005/8/layout/hProcess4"/>
    <dgm:cxn modelId="{F6A0FB8F-086F-4664-A3DB-9AA84EC2A1EA}" type="presOf" srcId="{E55A2EE3-7AC2-497E-B157-9DF40CC35FB0}" destId="{101CEAEC-CFF7-4CD1-9E8D-D4250A218E17}" srcOrd="0" destOrd="0" presId="urn:microsoft.com/office/officeart/2005/8/layout/hProcess4"/>
    <dgm:cxn modelId="{D878A551-80CC-4A57-9E6F-9C8A28BA6325}" srcId="{F9F4BED2-971B-47DA-95FF-7B915927AE58}" destId="{C0ADFDAA-CFA7-4726-96F1-6A6C46113C95}" srcOrd="3" destOrd="0" parTransId="{63F6D515-5F1D-49D6-9185-F97530A427F2}" sibTransId="{4BF9CF46-69EB-4A02-8688-E4E076D8FDF7}"/>
    <dgm:cxn modelId="{D382DF79-AB3C-40D2-9284-33FF9AE7E89C}" type="presOf" srcId="{2B583E86-63B9-431F-B04C-C44F110D04A3}" destId="{4058518E-820E-4411-9FFE-C7F6EE04146A}" srcOrd="0" destOrd="0" presId="urn:microsoft.com/office/officeart/2005/8/layout/hProcess4"/>
    <dgm:cxn modelId="{35E8C7B2-C80C-40A5-89C3-B98EBB751AF5}" type="presOf" srcId="{06FAF53C-2BD8-4143-BBF1-56C7E77CAD4F}" destId="{8FF067E4-C49D-4DA5-A678-3EAF4D0619E2}" srcOrd="0" destOrd="0" presId="urn:microsoft.com/office/officeart/2005/8/layout/hProcess4"/>
    <dgm:cxn modelId="{71D2A1CC-DBC1-4D62-B48F-C30DA497D6EF}" type="presOf" srcId="{08CA117E-6085-4274-82EA-548807F4C05A}" destId="{D1BFC2E0-4F42-4700-A5F9-F8CEE82EEFEF}" srcOrd="0" destOrd="0" presId="urn:microsoft.com/office/officeart/2005/8/layout/hProcess4"/>
    <dgm:cxn modelId="{1C46B39D-7562-4CFD-B7F0-31EA4B1650E1}" srcId="{F9F4BED2-971B-47DA-95FF-7B915927AE58}" destId="{C6AA4B03-EB12-46CA-8F2D-AD6497B71871}" srcOrd="2" destOrd="0" parTransId="{A3453D11-A70F-4C23-B02A-0ABB28D36929}" sibTransId="{08CA117E-6085-4274-82EA-548807F4C05A}"/>
    <dgm:cxn modelId="{B9A784E4-8EF8-4606-BA3E-EFD26BAABE8C}" type="presOf" srcId="{7C4E4B5D-5A89-4F80-A84F-AD56189444C0}" destId="{EB3DE7F6-245D-4770-83F2-393F69462624}" srcOrd="1" destOrd="0" presId="urn:microsoft.com/office/officeart/2005/8/layout/hProcess4"/>
    <dgm:cxn modelId="{EC73DC17-6CBA-4092-876F-847F02587043}" type="presParOf" srcId="{EACED1EB-46D4-462E-8A48-C0B1C1A717A2}" destId="{EBE1ABE4-1A87-4FEA-A1FA-45E638844DA0}" srcOrd="0" destOrd="0" presId="urn:microsoft.com/office/officeart/2005/8/layout/hProcess4"/>
    <dgm:cxn modelId="{273E20F1-1A6C-4706-B4E1-9E360DD91E71}" type="presParOf" srcId="{EACED1EB-46D4-462E-8A48-C0B1C1A717A2}" destId="{5C36A7D9-9E8C-4891-A042-4B0697DC703D}" srcOrd="1" destOrd="0" presId="urn:microsoft.com/office/officeart/2005/8/layout/hProcess4"/>
    <dgm:cxn modelId="{B989E4F1-E81D-4029-8458-41ACE1F3C5A3}" type="presParOf" srcId="{EACED1EB-46D4-462E-8A48-C0B1C1A717A2}" destId="{80CBA8BE-6BBA-4741-9528-9DE2E7223AA6}" srcOrd="2" destOrd="0" presId="urn:microsoft.com/office/officeart/2005/8/layout/hProcess4"/>
    <dgm:cxn modelId="{B5DAF4C4-14E5-4141-993F-8D8999775484}" type="presParOf" srcId="{80CBA8BE-6BBA-4741-9528-9DE2E7223AA6}" destId="{966AE2BE-F591-4935-9140-87C002D4F034}" srcOrd="0" destOrd="0" presId="urn:microsoft.com/office/officeart/2005/8/layout/hProcess4"/>
    <dgm:cxn modelId="{955C01FC-EDC0-402D-B42E-2BFD509584B4}" type="presParOf" srcId="{966AE2BE-F591-4935-9140-87C002D4F034}" destId="{BDD1CCE4-2DDE-4A06-BE29-3BAE41ECCE48}" srcOrd="0" destOrd="0" presId="urn:microsoft.com/office/officeart/2005/8/layout/hProcess4"/>
    <dgm:cxn modelId="{BE2CA547-35DD-482E-84E0-05F9A294D83F}" type="presParOf" srcId="{966AE2BE-F591-4935-9140-87C002D4F034}" destId="{DA78EF25-E4A6-4EEC-9352-48FE76971448}" srcOrd="1" destOrd="0" presId="urn:microsoft.com/office/officeart/2005/8/layout/hProcess4"/>
    <dgm:cxn modelId="{F39128C1-D17B-417F-9A9E-869C4D7840C8}" type="presParOf" srcId="{966AE2BE-F591-4935-9140-87C002D4F034}" destId="{715BD6CE-56C4-4C2E-B1F0-566DCA314BF9}" srcOrd="2" destOrd="0" presId="urn:microsoft.com/office/officeart/2005/8/layout/hProcess4"/>
    <dgm:cxn modelId="{85A28FD5-97F4-4898-8FA5-64BBEFA80073}" type="presParOf" srcId="{966AE2BE-F591-4935-9140-87C002D4F034}" destId="{8FF067E4-C49D-4DA5-A678-3EAF4D0619E2}" srcOrd="3" destOrd="0" presId="urn:microsoft.com/office/officeart/2005/8/layout/hProcess4"/>
    <dgm:cxn modelId="{2972409A-98D1-46B7-96D2-3A69EDA016FD}" type="presParOf" srcId="{966AE2BE-F591-4935-9140-87C002D4F034}" destId="{A8A12CA6-FD15-457F-A930-158B43421149}" srcOrd="4" destOrd="0" presId="urn:microsoft.com/office/officeart/2005/8/layout/hProcess4"/>
    <dgm:cxn modelId="{0F274BE3-FFF7-4E33-907C-AFB704F2F319}" type="presParOf" srcId="{80CBA8BE-6BBA-4741-9528-9DE2E7223AA6}" destId="{B231B9BA-BCF0-478F-860F-1E00E24228FA}" srcOrd="1" destOrd="0" presId="urn:microsoft.com/office/officeart/2005/8/layout/hProcess4"/>
    <dgm:cxn modelId="{20D6BC64-B1F4-4E0D-8040-15D3CA35BB81}" type="presParOf" srcId="{80CBA8BE-6BBA-4741-9528-9DE2E7223AA6}" destId="{3938DDF0-9907-4BAF-B742-F519F708E251}" srcOrd="2" destOrd="0" presId="urn:microsoft.com/office/officeart/2005/8/layout/hProcess4"/>
    <dgm:cxn modelId="{3FFB43E3-4C5F-4902-96C5-4BBC4EC34086}" type="presParOf" srcId="{3938DDF0-9907-4BAF-B742-F519F708E251}" destId="{99F4A18B-4BAE-46FB-A3D6-1975A2F3ED3B}" srcOrd="0" destOrd="0" presId="urn:microsoft.com/office/officeart/2005/8/layout/hProcess4"/>
    <dgm:cxn modelId="{834F0BFC-AE5F-4618-9477-BE5F15A8669D}" type="presParOf" srcId="{3938DDF0-9907-4BAF-B742-F519F708E251}" destId="{101CEAEC-CFF7-4CD1-9E8D-D4250A218E17}" srcOrd="1" destOrd="0" presId="urn:microsoft.com/office/officeart/2005/8/layout/hProcess4"/>
    <dgm:cxn modelId="{97895676-2549-4B0B-AF51-CF6925AA7C16}" type="presParOf" srcId="{3938DDF0-9907-4BAF-B742-F519F708E251}" destId="{0A4A8452-4999-4C2C-9244-8184F04D7580}" srcOrd="2" destOrd="0" presId="urn:microsoft.com/office/officeart/2005/8/layout/hProcess4"/>
    <dgm:cxn modelId="{2687346F-59C2-425D-81FD-36603D4A86BB}" type="presParOf" srcId="{3938DDF0-9907-4BAF-B742-F519F708E251}" destId="{567CDAE9-F1F2-4578-BA30-F283AEC29187}" srcOrd="3" destOrd="0" presId="urn:microsoft.com/office/officeart/2005/8/layout/hProcess4"/>
    <dgm:cxn modelId="{42D1B54F-906D-42BF-89A7-DD29D6EAE2DC}" type="presParOf" srcId="{3938DDF0-9907-4BAF-B742-F519F708E251}" destId="{8E1F5D7B-5B7C-4065-B702-8A6D7C6EF863}" srcOrd="4" destOrd="0" presId="urn:microsoft.com/office/officeart/2005/8/layout/hProcess4"/>
    <dgm:cxn modelId="{FCCAABFE-2AF4-4287-A059-F787B063DCB4}" type="presParOf" srcId="{80CBA8BE-6BBA-4741-9528-9DE2E7223AA6}" destId="{D3E643BD-0E7F-4314-8D47-C4E617C6CD10}" srcOrd="3" destOrd="0" presId="urn:microsoft.com/office/officeart/2005/8/layout/hProcess4"/>
    <dgm:cxn modelId="{87405735-B8FC-4746-BC64-B7194B879145}" type="presParOf" srcId="{80CBA8BE-6BBA-4741-9528-9DE2E7223AA6}" destId="{092EF5B4-9FD8-4DB0-A433-847828637D2E}" srcOrd="4" destOrd="0" presId="urn:microsoft.com/office/officeart/2005/8/layout/hProcess4"/>
    <dgm:cxn modelId="{06CBFA85-E3A1-44D8-AED3-B915A9158D1C}" type="presParOf" srcId="{092EF5B4-9FD8-4DB0-A433-847828637D2E}" destId="{324AA455-5296-4B97-9856-9AD0F1C2736B}" srcOrd="0" destOrd="0" presId="urn:microsoft.com/office/officeart/2005/8/layout/hProcess4"/>
    <dgm:cxn modelId="{5FA25C8A-6746-49A2-97EC-3A98AC2FE875}" type="presParOf" srcId="{092EF5B4-9FD8-4DB0-A433-847828637D2E}" destId="{F30B7C6D-F1F1-4260-B1E0-3C5AB11B4ADB}" srcOrd="1" destOrd="0" presId="urn:microsoft.com/office/officeart/2005/8/layout/hProcess4"/>
    <dgm:cxn modelId="{36E43A6F-0196-4237-9907-381DED2126AD}" type="presParOf" srcId="{092EF5B4-9FD8-4DB0-A433-847828637D2E}" destId="{EB3DE7F6-245D-4770-83F2-393F69462624}" srcOrd="2" destOrd="0" presId="urn:microsoft.com/office/officeart/2005/8/layout/hProcess4"/>
    <dgm:cxn modelId="{AE94AAC5-AA6F-4D07-B358-4F3837700B29}" type="presParOf" srcId="{092EF5B4-9FD8-4DB0-A433-847828637D2E}" destId="{78FB0D59-EE10-46AC-B589-0DF98A41F8E1}" srcOrd="3" destOrd="0" presId="urn:microsoft.com/office/officeart/2005/8/layout/hProcess4"/>
    <dgm:cxn modelId="{896E58B1-B4F1-40C6-80AD-97D04FA65438}" type="presParOf" srcId="{092EF5B4-9FD8-4DB0-A433-847828637D2E}" destId="{26E285D4-32A0-480E-9677-7FE4CBE811D3}" srcOrd="4" destOrd="0" presId="urn:microsoft.com/office/officeart/2005/8/layout/hProcess4"/>
    <dgm:cxn modelId="{F34026D0-DE4F-4DF3-A9B8-5FD6B9276643}" type="presParOf" srcId="{80CBA8BE-6BBA-4741-9528-9DE2E7223AA6}" destId="{D1BFC2E0-4F42-4700-A5F9-F8CEE82EEFEF}" srcOrd="5" destOrd="0" presId="urn:microsoft.com/office/officeart/2005/8/layout/hProcess4"/>
    <dgm:cxn modelId="{C75E703D-213C-4AE0-9AE4-9D08BC3EEF81}" type="presParOf" srcId="{80CBA8BE-6BBA-4741-9528-9DE2E7223AA6}" destId="{1BDFE087-9DBC-4C90-B89F-865E37EDA93F}" srcOrd="6" destOrd="0" presId="urn:microsoft.com/office/officeart/2005/8/layout/hProcess4"/>
    <dgm:cxn modelId="{7A07E17E-95EB-4630-B499-C03741CEDA7E}" type="presParOf" srcId="{1BDFE087-9DBC-4C90-B89F-865E37EDA93F}" destId="{51A7BE70-4727-42C4-8A2D-238D589719F5}" srcOrd="0" destOrd="0" presId="urn:microsoft.com/office/officeart/2005/8/layout/hProcess4"/>
    <dgm:cxn modelId="{CAD14433-2BA4-46D3-BB0D-6250B6E8FA6A}" type="presParOf" srcId="{1BDFE087-9DBC-4C90-B89F-865E37EDA93F}" destId="{4058518E-820E-4411-9FFE-C7F6EE04146A}" srcOrd="1" destOrd="0" presId="urn:microsoft.com/office/officeart/2005/8/layout/hProcess4"/>
    <dgm:cxn modelId="{4AB0125E-6F97-420D-A570-27409C728837}" type="presParOf" srcId="{1BDFE087-9DBC-4C90-B89F-865E37EDA93F}" destId="{71279101-522D-4B3B-B9D4-61D3D598168F}" srcOrd="2" destOrd="0" presId="urn:microsoft.com/office/officeart/2005/8/layout/hProcess4"/>
    <dgm:cxn modelId="{C34558F7-E112-4504-9199-42636699FDFD}" type="presParOf" srcId="{1BDFE087-9DBC-4C90-B89F-865E37EDA93F}" destId="{391707B1-8CCF-47E5-A429-3A7D668E18AF}" srcOrd="3" destOrd="0" presId="urn:microsoft.com/office/officeart/2005/8/layout/hProcess4"/>
    <dgm:cxn modelId="{5ECC049D-A663-4391-8FF1-5FB993C93641}" type="presParOf" srcId="{1BDFE087-9DBC-4C90-B89F-865E37EDA93F}" destId="{15D70AFA-7784-41B2-B6ED-F4BDD2E836F2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6CE4E9B-4084-455B-9368-5969B65360F9}" type="doc">
      <dgm:prSet loTypeId="urn:microsoft.com/office/officeart/2005/8/layout/venn3" loCatId="relationship" qsTypeId="urn:microsoft.com/office/officeart/2005/8/quickstyle/simple1" qsCatId="simple" csTypeId="urn:microsoft.com/office/officeart/2005/8/colors/accent1_2" csCatId="accent1" phldr="1"/>
      <dgm:spPr/>
    </dgm:pt>
    <dgm:pt modelId="{E4E0517A-0B3F-4256-8F5A-34F3D93A744D}">
      <dgm:prSet phldrT="[Текст]"/>
      <dgm:spPr/>
      <dgm:t>
        <a:bodyPr/>
        <a:lstStyle/>
        <a:p>
          <a:r>
            <a:rPr lang="ru-RU" b="1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  <a:cs typeface="Arial" panose="020B0604020202020204" pitchFamily="34" charset="0"/>
            </a:rPr>
            <a:t>Идея: </a:t>
          </a:r>
        </a:p>
        <a:p>
          <a:r>
            <a:rPr lang="ru-RU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  <a:cs typeface="Arial" panose="020B0604020202020204" pitchFamily="34" charset="0"/>
            </a:rPr>
            <a:t>Переход от гомогенных металлов к «умным» композитам</a:t>
          </a:r>
          <a:endParaRPr lang="ru-RU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Bookman Old Style" panose="02050604050505020204" pitchFamily="18" charset="0"/>
            <a:cs typeface="Arial" panose="020B0604020202020204" pitchFamily="34" charset="0"/>
          </a:endParaRPr>
        </a:p>
      </dgm:t>
    </dgm:pt>
    <dgm:pt modelId="{48CBA67F-9C2C-451D-8BCE-931C51EF63E4}" type="parTrans" cxnId="{61EDF964-9138-46A1-8B21-EAB52AB24B0E}">
      <dgm:prSet/>
      <dgm:spPr/>
      <dgm:t>
        <a:bodyPr/>
        <a:lstStyle/>
        <a:p>
          <a:endParaRPr lang="ru-RU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Bookman Old Style" panose="02050604050505020204" pitchFamily="18" charset="0"/>
            <a:cs typeface="Arial" panose="020B0604020202020204" pitchFamily="34" charset="0"/>
          </a:endParaRPr>
        </a:p>
      </dgm:t>
    </dgm:pt>
    <dgm:pt modelId="{A9B0FFD9-E175-4FBD-AE7F-D4C4AAF5A67C}" type="sibTrans" cxnId="{61EDF964-9138-46A1-8B21-EAB52AB24B0E}">
      <dgm:prSet/>
      <dgm:spPr/>
      <dgm:t>
        <a:bodyPr/>
        <a:lstStyle/>
        <a:p>
          <a:endParaRPr lang="ru-RU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Bookman Old Style" panose="02050604050505020204" pitchFamily="18" charset="0"/>
            <a:cs typeface="Arial" panose="020B0604020202020204" pitchFamily="34" charset="0"/>
          </a:endParaRPr>
        </a:p>
      </dgm:t>
    </dgm:pt>
    <dgm:pt modelId="{366263D1-7687-4A7D-9102-AA9D2712E215}">
      <dgm:prSet phldrT="[Текст]"/>
      <dgm:spPr/>
      <dgm:t>
        <a:bodyPr/>
        <a:lstStyle/>
        <a:p>
          <a:r>
            <a:rPr lang="ru-RU" b="1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  <a:cs typeface="Arial" panose="020B0604020202020204" pitchFamily="34" charset="0"/>
            </a:rPr>
            <a:t>Инструмент:</a:t>
          </a:r>
        </a:p>
        <a:p>
          <a:r>
            <a:rPr lang="ru-RU" b="1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  <a:cs typeface="Arial" panose="020B0604020202020204" pitchFamily="34" charset="0"/>
            </a:rPr>
            <a:t> </a:t>
          </a:r>
          <a:r>
            <a:rPr lang="ru-RU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  <a:cs typeface="Arial" panose="020B0604020202020204" pitchFamily="34" charset="0"/>
            </a:rPr>
            <a:t>Искусственный Интеллект (</a:t>
          </a:r>
          <a:r>
            <a:rPr lang="ru-RU" b="1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  <a:cs typeface="Arial" panose="020B0604020202020204" pitchFamily="34" charset="0"/>
            </a:rPr>
            <a:t>Expert</a:t>
          </a:r>
          <a:r>
            <a:rPr lang="ru-RU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  <a:cs typeface="Arial" panose="020B0604020202020204" pitchFamily="34" charset="0"/>
            </a:rPr>
            <a:t> </a:t>
          </a:r>
          <a:r>
            <a:rPr lang="ru-RU" b="1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  <a:cs typeface="Arial" panose="020B0604020202020204" pitchFamily="34" charset="0"/>
            </a:rPr>
            <a:t>System</a:t>
          </a:r>
          <a:r>
            <a:rPr lang="ru-RU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  <a:cs typeface="Arial" panose="020B0604020202020204" pitchFamily="34" charset="0"/>
            </a:rPr>
            <a:t>) вместо ручных расчетов</a:t>
          </a:r>
          <a:endParaRPr lang="ru-RU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Bookman Old Style" panose="02050604050505020204" pitchFamily="18" charset="0"/>
            <a:cs typeface="Arial" panose="020B0604020202020204" pitchFamily="34" charset="0"/>
          </a:endParaRPr>
        </a:p>
      </dgm:t>
    </dgm:pt>
    <dgm:pt modelId="{77200D26-ADF5-4093-B7D5-DA18247017D2}" type="parTrans" cxnId="{4B48C1CC-B077-4213-8364-84CA7C4962A8}">
      <dgm:prSet/>
      <dgm:spPr/>
      <dgm:t>
        <a:bodyPr/>
        <a:lstStyle/>
        <a:p>
          <a:endParaRPr lang="ru-RU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Bookman Old Style" panose="02050604050505020204" pitchFamily="18" charset="0"/>
            <a:cs typeface="Arial" panose="020B0604020202020204" pitchFamily="34" charset="0"/>
          </a:endParaRPr>
        </a:p>
      </dgm:t>
    </dgm:pt>
    <dgm:pt modelId="{0D70CF45-5522-4099-8BC6-47B87CEA046D}" type="sibTrans" cxnId="{4B48C1CC-B077-4213-8364-84CA7C4962A8}">
      <dgm:prSet/>
      <dgm:spPr/>
      <dgm:t>
        <a:bodyPr/>
        <a:lstStyle/>
        <a:p>
          <a:endParaRPr lang="ru-RU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Bookman Old Style" panose="02050604050505020204" pitchFamily="18" charset="0"/>
            <a:cs typeface="Arial" panose="020B0604020202020204" pitchFamily="34" charset="0"/>
          </a:endParaRPr>
        </a:p>
      </dgm:t>
    </dgm:pt>
    <dgm:pt modelId="{A621EBA3-5AEA-4586-95D2-06259A5DA7F6}">
      <dgm:prSet phldrT="[Текст]"/>
      <dgm:spPr/>
      <dgm:t>
        <a:bodyPr/>
        <a:lstStyle/>
        <a:p>
          <a:r>
            <a:rPr lang="ru-RU" b="1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  <a:cs typeface="Arial" panose="020B0604020202020204" pitchFamily="34" charset="0"/>
            </a:rPr>
            <a:t>Цель:</a:t>
          </a:r>
          <a:r>
            <a:rPr lang="ru-RU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  <a:cs typeface="Arial" panose="020B0604020202020204" pitchFamily="34" charset="0"/>
            </a:rPr>
            <a:t> </a:t>
          </a:r>
        </a:p>
        <a:p>
          <a:r>
            <a:rPr lang="ru-RU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  <a:cs typeface="Arial" panose="020B0604020202020204" pitchFamily="34" charset="0"/>
            </a:rPr>
            <a:t>Снижение массы защиты на 40–50% без потери прочности</a:t>
          </a:r>
          <a:endParaRPr lang="ru-RU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Bookman Old Style" panose="02050604050505020204" pitchFamily="18" charset="0"/>
            <a:cs typeface="Arial" panose="020B0604020202020204" pitchFamily="34" charset="0"/>
          </a:endParaRPr>
        </a:p>
      </dgm:t>
    </dgm:pt>
    <dgm:pt modelId="{C91A4BD6-FF90-4FB0-B6DC-3BF62C2BE132}" type="parTrans" cxnId="{3995766E-34CD-46DD-B83F-A5E6734CC790}">
      <dgm:prSet/>
      <dgm:spPr/>
      <dgm:t>
        <a:bodyPr/>
        <a:lstStyle/>
        <a:p>
          <a:endParaRPr lang="ru-RU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Bookman Old Style" panose="02050604050505020204" pitchFamily="18" charset="0"/>
            <a:cs typeface="Arial" panose="020B0604020202020204" pitchFamily="34" charset="0"/>
          </a:endParaRPr>
        </a:p>
      </dgm:t>
    </dgm:pt>
    <dgm:pt modelId="{1C0ACC59-7598-4B2F-825F-3659F71BDB65}" type="sibTrans" cxnId="{3995766E-34CD-46DD-B83F-A5E6734CC790}">
      <dgm:prSet/>
      <dgm:spPr/>
      <dgm:t>
        <a:bodyPr/>
        <a:lstStyle/>
        <a:p>
          <a:endParaRPr lang="ru-RU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Bookman Old Style" panose="02050604050505020204" pitchFamily="18" charset="0"/>
            <a:cs typeface="Arial" panose="020B0604020202020204" pitchFamily="34" charset="0"/>
          </a:endParaRPr>
        </a:p>
      </dgm:t>
    </dgm:pt>
    <dgm:pt modelId="{C3048423-6425-4F9E-81D2-1941D176B210}">
      <dgm:prSet phldrT="[Текст]"/>
      <dgm:spPr/>
      <dgm:t>
        <a:bodyPr/>
        <a:lstStyle/>
        <a:p>
          <a:r>
            <a:rPr lang="ru-RU" b="1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  <a:cs typeface="Arial" panose="020B0604020202020204" pitchFamily="34" charset="0"/>
            </a:rPr>
            <a:t>Результат</a:t>
          </a:r>
          <a:r>
            <a:rPr lang="ru-RU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  <a:cs typeface="Arial" panose="020B0604020202020204" pitchFamily="34" charset="0"/>
            </a:rPr>
            <a:t>: </a:t>
          </a:r>
        </a:p>
        <a:p>
          <a:r>
            <a:rPr lang="ru-RU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  <a:cs typeface="Arial" panose="020B0604020202020204" pitchFamily="34" charset="0"/>
            </a:rPr>
            <a:t>Автоматическая генерация оптимальной структуры под конкретную миссию</a:t>
          </a:r>
          <a:endParaRPr lang="ru-RU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Bookman Old Style" panose="02050604050505020204" pitchFamily="18" charset="0"/>
            <a:cs typeface="Arial" panose="020B0604020202020204" pitchFamily="34" charset="0"/>
          </a:endParaRPr>
        </a:p>
      </dgm:t>
    </dgm:pt>
    <dgm:pt modelId="{7D2D5BE6-316E-4D4D-8914-2C333D706BB8}" type="parTrans" cxnId="{82F4D7D6-8286-4C1E-B39D-5F6EAB952F80}">
      <dgm:prSet/>
      <dgm:spPr/>
      <dgm:t>
        <a:bodyPr/>
        <a:lstStyle/>
        <a:p>
          <a:endParaRPr lang="ru-RU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Bookman Old Style" panose="02050604050505020204" pitchFamily="18" charset="0"/>
            <a:cs typeface="Arial" panose="020B0604020202020204" pitchFamily="34" charset="0"/>
          </a:endParaRPr>
        </a:p>
      </dgm:t>
    </dgm:pt>
    <dgm:pt modelId="{2F7E451D-3429-4EE3-B2E2-E1BA3BE6DF04}" type="sibTrans" cxnId="{82F4D7D6-8286-4C1E-B39D-5F6EAB952F80}">
      <dgm:prSet/>
      <dgm:spPr/>
      <dgm:t>
        <a:bodyPr/>
        <a:lstStyle/>
        <a:p>
          <a:endParaRPr lang="ru-RU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Bookman Old Style" panose="02050604050505020204" pitchFamily="18" charset="0"/>
            <a:cs typeface="Arial" panose="020B0604020202020204" pitchFamily="34" charset="0"/>
          </a:endParaRPr>
        </a:p>
      </dgm:t>
    </dgm:pt>
    <dgm:pt modelId="{E1FAC87B-DF41-42D1-A43F-78D5E7643046}" type="pres">
      <dgm:prSet presAssocID="{76CE4E9B-4084-455B-9368-5969B65360F9}" presName="Name0" presStyleCnt="0">
        <dgm:presLayoutVars>
          <dgm:dir/>
          <dgm:resizeHandles val="exact"/>
        </dgm:presLayoutVars>
      </dgm:prSet>
      <dgm:spPr/>
    </dgm:pt>
    <dgm:pt modelId="{3B38B3C8-05CF-40A7-886B-A172A68B9245}" type="pres">
      <dgm:prSet presAssocID="{E4E0517A-0B3F-4256-8F5A-34F3D93A744D}" presName="Name5" presStyleLbl="vennNode1" presStyleIdx="0" presStyleCnt="4">
        <dgm:presLayoutVars>
          <dgm:bulletEnabled val="1"/>
        </dgm:presLayoutVars>
      </dgm:prSet>
      <dgm:spPr/>
    </dgm:pt>
    <dgm:pt modelId="{34A5EA4C-A5F6-4B6A-837E-8D7B3D393358}" type="pres">
      <dgm:prSet presAssocID="{A9B0FFD9-E175-4FBD-AE7F-D4C4AAF5A67C}" presName="space" presStyleCnt="0"/>
      <dgm:spPr/>
    </dgm:pt>
    <dgm:pt modelId="{1EFF12A3-3A2C-4CB9-9900-A9E62E2001E2}" type="pres">
      <dgm:prSet presAssocID="{366263D1-7687-4A7D-9102-AA9D2712E215}" presName="Name5" presStyleLbl="vennNode1" presStyleIdx="1" presStyleCnt="4">
        <dgm:presLayoutVars>
          <dgm:bulletEnabled val="1"/>
        </dgm:presLayoutVars>
      </dgm:prSet>
      <dgm:spPr/>
    </dgm:pt>
    <dgm:pt modelId="{59F9104F-650A-4906-A71F-DD7749E4E1B6}" type="pres">
      <dgm:prSet presAssocID="{0D70CF45-5522-4099-8BC6-47B87CEA046D}" presName="space" presStyleCnt="0"/>
      <dgm:spPr/>
    </dgm:pt>
    <dgm:pt modelId="{DFD4D1ED-2352-4362-92FF-CD2CD7CC8027}" type="pres">
      <dgm:prSet presAssocID="{A621EBA3-5AEA-4586-95D2-06259A5DA7F6}" presName="Name5" presStyleLbl="vennNode1" presStyleIdx="2" presStyleCnt="4">
        <dgm:presLayoutVars>
          <dgm:bulletEnabled val="1"/>
        </dgm:presLayoutVars>
      </dgm:prSet>
      <dgm:spPr/>
    </dgm:pt>
    <dgm:pt modelId="{3B13137D-8BB1-43C5-B64D-9650FFE08C8B}" type="pres">
      <dgm:prSet presAssocID="{1C0ACC59-7598-4B2F-825F-3659F71BDB65}" presName="space" presStyleCnt="0"/>
      <dgm:spPr/>
    </dgm:pt>
    <dgm:pt modelId="{96AD607A-B14A-4523-BEC8-715B2DC250A4}" type="pres">
      <dgm:prSet presAssocID="{C3048423-6425-4F9E-81D2-1941D176B210}" presName="Name5" presStyleLbl="vennNode1" presStyleIdx="3" presStyleCnt="4">
        <dgm:presLayoutVars>
          <dgm:bulletEnabled val="1"/>
        </dgm:presLayoutVars>
      </dgm:prSet>
      <dgm:spPr/>
    </dgm:pt>
  </dgm:ptLst>
  <dgm:cxnLst>
    <dgm:cxn modelId="{F1C86177-D5F5-4F4E-8DA9-B6DF4B2A904B}" type="presOf" srcId="{366263D1-7687-4A7D-9102-AA9D2712E215}" destId="{1EFF12A3-3A2C-4CB9-9900-A9E62E2001E2}" srcOrd="0" destOrd="0" presId="urn:microsoft.com/office/officeart/2005/8/layout/venn3"/>
    <dgm:cxn modelId="{3995766E-34CD-46DD-B83F-A5E6734CC790}" srcId="{76CE4E9B-4084-455B-9368-5969B65360F9}" destId="{A621EBA3-5AEA-4586-95D2-06259A5DA7F6}" srcOrd="2" destOrd="0" parTransId="{C91A4BD6-FF90-4FB0-B6DC-3BF62C2BE132}" sibTransId="{1C0ACC59-7598-4B2F-825F-3659F71BDB65}"/>
    <dgm:cxn modelId="{6A05533E-8531-40AE-86DA-9AA63A66333A}" type="presOf" srcId="{E4E0517A-0B3F-4256-8F5A-34F3D93A744D}" destId="{3B38B3C8-05CF-40A7-886B-A172A68B9245}" srcOrd="0" destOrd="0" presId="urn:microsoft.com/office/officeart/2005/8/layout/venn3"/>
    <dgm:cxn modelId="{82F4D7D6-8286-4C1E-B39D-5F6EAB952F80}" srcId="{76CE4E9B-4084-455B-9368-5969B65360F9}" destId="{C3048423-6425-4F9E-81D2-1941D176B210}" srcOrd="3" destOrd="0" parTransId="{7D2D5BE6-316E-4D4D-8914-2C333D706BB8}" sibTransId="{2F7E451D-3429-4EE3-B2E2-E1BA3BE6DF04}"/>
    <dgm:cxn modelId="{E7E813D7-3398-4749-9F96-DC5F41B06634}" type="presOf" srcId="{A621EBA3-5AEA-4586-95D2-06259A5DA7F6}" destId="{DFD4D1ED-2352-4362-92FF-CD2CD7CC8027}" srcOrd="0" destOrd="0" presId="urn:microsoft.com/office/officeart/2005/8/layout/venn3"/>
    <dgm:cxn modelId="{4B48C1CC-B077-4213-8364-84CA7C4962A8}" srcId="{76CE4E9B-4084-455B-9368-5969B65360F9}" destId="{366263D1-7687-4A7D-9102-AA9D2712E215}" srcOrd="1" destOrd="0" parTransId="{77200D26-ADF5-4093-B7D5-DA18247017D2}" sibTransId="{0D70CF45-5522-4099-8BC6-47B87CEA046D}"/>
    <dgm:cxn modelId="{5D07D74A-2318-46BB-85FB-904ECB22EEA4}" type="presOf" srcId="{76CE4E9B-4084-455B-9368-5969B65360F9}" destId="{E1FAC87B-DF41-42D1-A43F-78D5E7643046}" srcOrd="0" destOrd="0" presId="urn:microsoft.com/office/officeart/2005/8/layout/venn3"/>
    <dgm:cxn modelId="{61EDF964-9138-46A1-8B21-EAB52AB24B0E}" srcId="{76CE4E9B-4084-455B-9368-5969B65360F9}" destId="{E4E0517A-0B3F-4256-8F5A-34F3D93A744D}" srcOrd="0" destOrd="0" parTransId="{48CBA67F-9C2C-451D-8BCE-931C51EF63E4}" sibTransId="{A9B0FFD9-E175-4FBD-AE7F-D4C4AAF5A67C}"/>
    <dgm:cxn modelId="{DF751637-9E32-4974-A1E4-065C84B5E794}" type="presOf" srcId="{C3048423-6425-4F9E-81D2-1941D176B210}" destId="{96AD607A-B14A-4523-BEC8-715B2DC250A4}" srcOrd="0" destOrd="0" presId="urn:microsoft.com/office/officeart/2005/8/layout/venn3"/>
    <dgm:cxn modelId="{115C8557-741C-4E4B-9399-8E0CECE96346}" type="presParOf" srcId="{E1FAC87B-DF41-42D1-A43F-78D5E7643046}" destId="{3B38B3C8-05CF-40A7-886B-A172A68B9245}" srcOrd="0" destOrd="0" presId="urn:microsoft.com/office/officeart/2005/8/layout/venn3"/>
    <dgm:cxn modelId="{9EDDDD58-DFA8-4AEF-9801-0FDF10D60952}" type="presParOf" srcId="{E1FAC87B-DF41-42D1-A43F-78D5E7643046}" destId="{34A5EA4C-A5F6-4B6A-837E-8D7B3D393358}" srcOrd="1" destOrd="0" presId="urn:microsoft.com/office/officeart/2005/8/layout/venn3"/>
    <dgm:cxn modelId="{BC926F2D-3882-428B-85B8-F75A56C51646}" type="presParOf" srcId="{E1FAC87B-DF41-42D1-A43F-78D5E7643046}" destId="{1EFF12A3-3A2C-4CB9-9900-A9E62E2001E2}" srcOrd="2" destOrd="0" presId="urn:microsoft.com/office/officeart/2005/8/layout/venn3"/>
    <dgm:cxn modelId="{374C2A0D-B11F-4F2F-BA23-FD96AB409F2C}" type="presParOf" srcId="{E1FAC87B-DF41-42D1-A43F-78D5E7643046}" destId="{59F9104F-650A-4906-A71F-DD7749E4E1B6}" srcOrd="3" destOrd="0" presId="urn:microsoft.com/office/officeart/2005/8/layout/venn3"/>
    <dgm:cxn modelId="{6245A045-09CB-43A2-AB8E-1765A6A6F3F5}" type="presParOf" srcId="{E1FAC87B-DF41-42D1-A43F-78D5E7643046}" destId="{DFD4D1ED-2352-4362-92FF-CD2CD7CC8027}" srcOrd="4" destOrd="0" presId="urn:microsoft.com/office/officeart/2005/8/layout/venn3"/>
    <dgm:cxn modelId="{45546D2B-79CD-4FD7-8B0E-AD8421A19880}" type="presParOf" srcId="{E1FAC87B-DF41-42D1-A43F-78D5E7643046}" destId="{3B13137D-8BB1-43C5-B64D-9650FFE08C8B}" srcOrd="5" destOrd="0" presId="urn:microsoft.com/office/officeart/2005/8/layout/venn3"/>
    <dgm:cxn modelId="{DC3B0A00-E533-47F7-A9C2-9E29E9813E93}" type="presParOf" srcId="{E1FAC87B-DF41-42D1-A43F-78D5E7643046}" destId="{96AD607A-B14A-4523-BEC8-715B2DC250A4}" srcOrd="6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46F3900-454F-4AED-BC38-B586F439DB22}" type="doc">
      <dgm:prSet loTypeId="urn:microsoft.com/office/officeart/2005/8/layout/lProcess1" loCatId="process" qsTypeId="urn:microsoft.com/office/officeart/2005/8/quickstyle/3d2" qsCatId="3D" csTypeId="urn:microsoft.com/office/officeart/2005/8/colors/accent0_3" csCatId="mainScheme" phldr="1"/>
      <dgm:spPr/>
      <dgm:t>
        <a:bodyPr/>
        <a:lstStyle/>
        <a:p>
          <a:endParaRPr lang="ru-RU"/>
        </a:p>
      </dgm:t>
    </dgm:pt>
    <dgm:pt modelId="{A778A1A2-CFC7-48D0-944D-849A05765165}">
      <dgm:prSet phldrT="[Текст]" custT="1"/>
      <dgm:spPr>
        <a:solidFill>
          <a:srgbClr val="7030A0"/>
        </a:solidFill>
      </dgm:spPr>
      <dgm:t>
        <a:bodyPr/>
        <a:lstStyle/>
        <a:p>
          <a:r>
            <a:rPr lang="ru-RU" sz="1400" b="1" dirty="0" smtClean="0"/>
            <a:t>Слой 1: </a:t>
          </a:r>
          <a:r>
            <a:rPr lang="ru-RU" sz="1400" b="1" dirty="0" err="1" smtClean="0"/>
            <a:t>Графен</a:t>
          </a:r>
          <a:r>
            <a:rPr lang="ru-RU" sz="1400" b="1" dirty="0" smtClean="0"/>
            <a:t> (</a:t>
          </a:r>
          <a:r>
            <a:rPr lang="en-US" sz="1400" b="1" dirty="0" err="1" smtClean="0"/>
            <a:t>Graphene</a:t>
          </a:r>
          <a:r>
            <a:rPr lang="en-US" sz="1400" b="1" dirty="0" smtClean="0"/>
            <a:t>)</a:t>
          </a:r>
          <a:endParaRPr lang="ru-RU" sz="1400" dirty="0"/>
        </a:p>
      </dgm:t>
    </dgm:pt>
    <dgm:pt modelId="{FC95EDD1-B0B9-40F7-AFD0-CCA405E8369C}" type="parTrans" cxnId="{E8681A4A-E724-40CF-B0D1-93E4D011DE8E}">
      <dgm:prSet/>
      <dgm:spPr/>
      <dgm:t>
        <a:bodyPr/>
        <a:lstStyle/>
        <a:p>
          <a:endParaRPr lang="ru-RU" sz="1400"/>
        </a:p>
      </dgm:t>
    </dgm:pt>
    <dgm:pt modelId="{E5B043FB-E2CE-4E45-82EB-750F420581BF}" type="sibTrans" cxnId="{E8681A4A-E724-40CF-B0D1-93E4D011DE8E}">
      <dgm:prSet/>
      <dgm:spPr/>
      <dgm:t>
        <a:bodyPr/>
        <a:lstStyle/>
        <a:p>
          <a:endParaRPr lang="ru-RU" sz="1400"/>
        </a:p>
      </dgm:t>
    </dgm:pt>
    <dgm:pt modelId="{519C458A-10EF-40CB-B1B7-D0C163EA0C76}">
      <dgm:prSet phldrT="[Текст]" custT="1"/>
      <dgm:spPr/>
      <dgm:t>
        <a:bodyPr/>
        <a:lstStyle/>
        <a:p>
          <a:r>
            <a:rPr lang="ru-RU" sz="1400" dirty="0" smtClean="0"/>
            <a:t>В 200 раз прочнее стали.</a:t>
          </a:r>
          <a:endParaRPr lang="ru-RU" sz="1400" dirty="0"/>
        </a:p>
      </dgm:t>
    </dgm:pt>
    <dgm:pt modelId="{F5D6FF6F-9966-4EBB-8B31-AD5E37B5934F}" type="parTrans" cxnId="{B1B76842-A8D6-4871-A15D-725CF2B4153B}">
      <dgm:prSet/>
      <dgm:spPr/>
      <dgm:t>
        <a:bodyPr/>
        <a:lstStyle/>
        <a:p>
          <a:endParaRPr lang="ru-RU" sz="1400"/>
        </a:p>
      </dgm:t>
    </dgm:pt>
    <dgm:pt modelId="{40FA9E20-C5CD-4AF9-A4AE-553FF94B8788}" type="sibTrans" cxnId="{B1B76842-A8D6-4871-A15D-725CF2B4153B}">
      <dgm:prSet/>
      <dgm:spPr/>
      <dgm:t>
        <a:bodyPr/>
        <a:lstStyle/>
        <a:p>
          <a:endParaRPr lang="ru-RU" sz="1400"/>
        </a:p>
      </dgm:t>
    </dgm:pt>
    <dgm:pt modelId="{B8CBA722-891D-41E8-A3A5-753D8F51FD06}">
      <dgm:prSet phldrT="[Текст]" custT="1"/>
      <dgm:spPr>
        <a:solidFill>
          <a:srgbClr val="0070C0"/>
        </a:solidFill>
      </dgm:spPr>
      <dgm:t>
        <a:bodyPr/>
        <a:lstStyle/>
        <a:p>
          <a:r>
            <a:rPr lang="ru-RU" sz="1400" b="1" dirty="0" smtClean="0"/>
            <a:t>Слой 2: Углеродные </a:t>
          </a:r>
          <a:r>
            <a:rPr lang="ru-RU" sz="1400" b="1" dirty="0" err="1" smtClean="0"/>
            <a:t>нанотрубки</a:t>
          </a:r>
          <a:r>
            <a:rPr lang="ru-RU" sz="1400" b="1" dirty="0" smtClean="0"/>
            <a:t> (CNT)</a:t>
          </a:r>
          <a:endParaRPr lang="ru-RU" sz="1400" b="1" dirty="0"/>
        </a:p>
      </dgm:t>
    </dgm:pt>
    <dgm:pt modelId="{248BED34-EB86-4BB1-8AD2-3DB79DBAEA5E}" type="parTrans" cxnId="{94CF1659-65CB-4959-B258-492BD92BEB85}">
      <dgm:prSet/>
      <dgm:spPr/>
      <dgm:t>
        <a:bodyPr/>
        <a:lstStyle/>
        <a:p>
          <a:endParaRPr lang="ru-RU" sz="1400"/>
        </a:p>
      </dgm:t>
    </dgm:pt>
    <dgm:pt modelId="{5C28A387-DD49-4988-8F3E-8676A353FDF9}" type="sibTrans" cxnId="{94CF1659-65CB-4959-B258-492BD92BEB85}">
      <dgm:prSet/>
      <dgm:spPr/>
      <dgm:t>
        <a:bodyPr/>
        <a:lstStyle/>
        <a:p>
          <a:endParaRPr lang="ru-RU" sz="1400"/>
        </a:p>
      </dgm:t>
    </dgm:pt>
    <dgm:pt modelId="{D221DA48-0552-4361-90E1-0AD13155CD00}">
      <dgm:prSet phldrT="[Текст]" custT="1"/>
      <dgm:spPr/>
      <dgm:t>
        <a:bodyPr/>
        <a:lstStyle/>
        <a:p>
          <a:r>
            <a:rPr lang="ru-RU" sz="1400" dirty="0" smtClean="0"/>
            <a:t>Плотность 1.3 г/см³ (в 2 раза легче алюминия).</a:t>
          </a:r>
          <a:endParaRPr lang="ru-RU" sz="1400" dirty="0"/>
        </a:p>
      </dgm:t>
    </dgm:pt>
    <dgm:pt modelId="{0FE364F1-BF43-4A58-86FE-3BDC4854A4D8}" type="parTrans" cxnId="{0AFCA4B4-55B4-4B04-BFBF-1E6E30321957}">
      <dgm:prSet/>
      <dgm:spPr/>
      <dgm:t>
        <a:bodyPr/>
        <a:lstStyle/>
        <a:p>
          <a:endParaRPr lang="ru-RU" sz="1400"/>
        </a:p>
      </dgm:t>
    </dgm:pt>
    <dgm:pt modelId="{4E187979-77CD-460A-89C8-8FECA98B0DBE}" type="sibTrans" cxnId="{0AFCA4B4-55B4-4B04-BFBF-1E6E30321957}">
      <dgm:prSet/>
      <dgm:spPr/>
      <dgm:t>
        <a:bodyPr/>
        <a:lstStyle/>
        <a:p>
          <a:endParaRPr lang="ru-RU" sz="1400"/>
        </a:p>
      </dgm:t>
    </dgm:pt>
    <dgm:pt modelId="{F0E9C740-36B9-4E39-B57A-0C71F3908F29}">
      <dgm:prSet phldrT="[Текст]" custT="1"/>
      <dgm:spPr>
        <a:solidFill>
          <a:srgbClr val="007A37"/>
        </a:solidFill>
      </dgm:spPr>
      <dgm:t>
        <a:bodyPr/>
        <a:lstStyle/>
        <a:p>
          <a:r>
            <a:rPr lang="ru-RU" sz="1400" b="1" dirty="0" smtClean="0"/>
            <a:t>Слой 3: Жидкая броня (STF).</a:t>
          </a:r>
          <a:endParaRPr lang="ru-RU" sz="1400" b="1" dirty="0"/>
        </a:p>
      </dgm:t>
    </dgm:pt>
    <dgm:pt modelId="{4232312D-3A0E-4C63-81A4-ABAFCF0B25FC}" type="parTrans" cxnId="{A6F3ADCD-67CF-4691-B52B-627818ABE97F}">
      <dgm:prSet/>
      <dgm:spPr/>
      <dgm:t>
        <a:bodyPr/>
        <a:lstStyle/>
        <a:p>
          <a:endParaRPr lang="ru-RU" sz="1400"/>
        </a:p>
      </dgm:t>
    </dgm:pt>
    <dgm:pt modelId="{CCA60145-3E56-4FB5-8E07-5B9E10FC6FEC}" type="sibTrans" cxnId="{A6F3ADCD-67CF-4691-B52B-627818ABE97F}">
      <dgm:prSet/>
      <dgm:spPr/>
      <dgm:t>
        <a:bodyPr/>
        <a:lstStyle/>
        <a:p>
          <a:endParaRPr lang="ru-RU" sz="1400"/>
        </a:p>
      </dgm:t>
    </dgm:pt>
    <dgm:pt modelId="{B381386A-109F-47A5-8788-A353F46303BB}">
      <dgm:prSet phldrT="[Текст]" custT="1"/>
      <dgm:spPr/>
      <dgm:t>
        <a:bodyPr/>
        <a:lstStyle/>
        <a:p>
          <a:r>
            <a:rPr lang="ru-RU" sz="1400" dirty="0" smtClean="0"/>
            <a:t>Неньютоновская жидкость.</a:t>
          </a:r>
          <a:endParaRPr lang="ru-RU" sz="1400" dirty="0"/>
        </a:p>
      </dgm:t>
    </dgm:pt>
    <dgm:pt modelId="{92B7450F-F0CF-4B1A-9380-AA39EA1D6E92}" type="parTrans" cxnId="{2F86130D-2DCD-4E6A-948C-24CD9F14639A}">
      <dgm:prSet/>
      <dgm:spPr/>
      <dgm:t>
        <a:bodyPr/>
        <a:lstStyle/>
        <a:p>
          <a:endParaRPr lang="ru-RU" sz="1400"/>
        </a:p>
      </dgm:t>
    </dgm:pt>
    <dgm:pt modelId="{F7E9FD8F-9BC0-4E33-A6DC-D980E00CD2F3}" type="sibTrans" cxnId="{2F86130D-2DCD-4E6A-948C-24CD9F14639A}">
      <dgm:prSet/>
      <dgm:spPr/>
      <dgm:t>
        <a:bodyPr/>
        <a:lstStyle/>
        <a:p>
          <a:endParaRPr lang="ru-RU" sz="1400"/>
        </a:p>
      </dgm:t>
    </dgm:pt>
    <dgm:pt modelId="{D1DD343E-4B6E-41C0-9380-508D4550D957}">
      <dgm:prSet custT="1"/>
      <dgm:spPr/>
      <dgm:t>
        <a:bodyPr/>
        <a:lstStyle/>
        <a:p>
          <a:r>
            <a:rPr lang="ru-RU" sz="1400" dirty="0" smtClean="0"/>
            <a:t>Функция: Деструктор (разрушение снаряда при касании).</a:t>
          </a:r>
          <a:endParaRPr lang="ru-RU" sz="1400" dirty="0"/>
        </a:p>
      </dgm:t>
    </dgm:pt>
    <dgm:pt modelId="{87909D88-F301-4A93-9814-2B0B270733FF}" type="parTrans" cxnId="{803F3403-3B92-4DCB-A6B1-8D68D8881933}">
      <dgm:prSet/>
      <dgm:spPr/>
      <dgm:t>
        <a:bodyPr/>
        <a:lstStyle/>
        <a:p>
          <a:endParaRPr lang="ru-RU" sz="1400"/>
        </a:p>
      </dgm:t>
    </dgm:pt>
    <dgm:pt modelId="{635D1F8D-66C7-479E-A870-2D7D99F850DD}" type="sibTrans" cxnId="{803F3403-3B92-4DCB-A6B1-8D68D8881933}">
      <dgm:prSet/>
      <dgm:spPr/>
      <dgm:t>
        <a:bodyPr/>
        <a:lstStyle/>
        <a:p>
          <a:endParaRPr lang="ru-RU" sz="1400"/>
        </a:p>
      </dgm:t>
    </dgm:pt>
    <dgm:pt modelId="{6F3C5E44-AA37-4B03-8310-8C65ECE4C979}">
      <dgm:prSet custT="1"/>
      <dgm:spPr/>
      <dgm:t>
        <a:bodyPr/>
        <a:lstStyle/>
        <a:p>
          <a:r>
            <a:rPr lang="ru-RU" sz="1400" dirty="0" smtClean="0"/>
            <a:t>Функция: Ловушка для осколков и плазмы.</a:t>
          </a:r>
          <a:endParaRPr lang="ru-RU" sz="1400" dirty="0"/>
        </a:p>
      </dgm:t>
    </dgm:pt>
    <dgm:pt modelId="{18E10EE3-91CB-420F-9F79-973A49810AB2}" type="parTrans" cxnId="{BA3F8015-B79A-4BE6-82F5-370A54F6321C}">
      <dgm:prSet/>
      <dgm:spPr/>
      <dgm:t>
        <a:bodyPr/>
        <a:lstStyle/>
        <a:p>
          <a:endParaRPr lang="ru-RU" sz="1400"/>
        </a:p>
      </dgm:t>
    </dgm:pt>
    <dgm:pt modelId="{EF822705-E6A0-416A-A826-9CCD9347D986}" type="sibTrans" cxnId="{BA3F8015-B79A-4BE6-82F5-370A54F6321C}">
      <dgm:prSet/>
      <dgm:spPr/>
      <dgm:t>
        <a:bodyPr/>
        <a:lstStyle/>
        <a:p>
          <a:endParaRPr lang="ru-RU" sz="1400"/>
        </a:p>
      </dgm:t>
    </dgm:pt>
    <dgm:pt modelId="{9A590D52-E6A9-466C-B169-07AD798DA6C0}">
      <dgm:prSet custT="1"/>
      <dgm:spPr/>
      <dgm:t>
        <a:bodyPr/>
        <a:lstStyle/>
        <a:p>
          <a:r>
            <a:rPr lang="ru-RU" sz="1400" dirty="0" smtClean="0"/>
            <a:t>Функция: Демпфер (гашение ударной волны)</a:t>
          </a:r>
          <a:endParaRPr lang="ru-RU" sz="1400" dirty="0"/>
        </a:p>
      </dgm:t>
    </dgm:pt>
    <dgm:pt modelId="{9CD42A29-5019-4A4D-8FCD-0DDC25F45812}" type="parTrans" cxnId="{75D82E4C-EA79-41AE-87BB-D229827A7310}">
      <dgm:prSet/>
      <dgm:spPr/>
      <dgm:t>
        <a:bodyPr/>
        <a:lstStyle/>
        <a:p>
          <a:endParaRPr lang="ru-RU" sz="1400"/>
        </a:p>
      </dgm:t>
    </dgm:pt>
    <dgm:pt modelId="{8B695D48-5EEB-450D-9F23-B0A359AC6886}" type="sibTrans" cxnId="{75D82E4C-EA79-41AE-87BB-D229827A7310}">
      <dgm:prSet/>
      <dgm:spPr/>
      <dgm:t>
        <a:bodyPr/>
        <a:lstStyle/>
        <a:p>
          <a:endParaRPr lang="ru-RU" sz="1400"/>
        </a:p>
      </dgm:t>
    </dgm:pt>
    <dgm:pt modelId="{9CB5692E-01B3-44F0-8BA4-837F92E80EA6}" type="pres">
      <dgm:prSet presAssocID="{E46F3900-454F-4AED-BC38-B586F439DB22}" presName="Name0" presStyleCnt="0">
        <dgm:presLayoutVars>
          <dgm:dir/>
          <dgm:animLvl val="lvl"/>
          <dgm:resizeHandles val="exact"/>
        </dgm:presLayoutVars>
      </dgm:prSet>
      <dgm:spPr/>
    </dgm:pt>
    <dgm:pt modelId="{2C0900A3-2355-426C-91B0-73BD072FDF7E}" type="pres">
      <dgm:prSet presAssocID="{A778A1A2-CFC7-48D0-944D-849A05765165}" presName="vertFlow" presStyleCnt="0"/>
      <dgm:spPr/>
    </dgm:pt>
    <dgm:pt modelId="{79A56178-4845-46C7-9BA7-1183565E3E78}" type="pres">
      <dgm:prSet presAssocID="{A778A1A2-CFC7-48D0-944D-849A05765165}" presName="header" presStyleLbl="node1" presStyleIdx="0" presStyleCnt="3"/>
      <dgm:spPr/>
    </dgm:pt>
    <dgm:pt modelId="{7E51143B-371F-4524-B411-1F5248A21169}" type="pres">
      <dgm:prSet presAssocID="{F5D6FF6F-9966-4EBB-8B31-AD5E37B5934F}" presName="parTrans" presStyleLbl="sibTrans2D1" presStyleIdx="0" presStyleCnt="6"/>
      <dgm:spPr/>
    </dgm:pt>
    <dgm:pt modelId="{31F70C09-AA1F-4A08-9A43-B04C78FC4217}" type="pres">
      <dgm:prSet presAssocID="{519C458A-10EF-40CB-B1B7-D0C163EA0C76}" presName="child" presStyleLbl="alignAccFollowNode1" presStyleIdx="0" presStyleCnt="6">
        <dgm:presLayoutVars>
          <dgm:chMax val="0"/>
          <dgm:bulletEnabled val="1"/>
        </dgm:presLayoutVars>
      </dgm:prSet>
      <dgm:spPr/>
    </dgm:pt>
    <dgm:pt modelId="{DBA15DAA-6D98-4BED-B1BC-BA20F08684FD}" type="pres">
      <dgm:prSet presAssocID="{40FA9E20-C5CD-4AF9-A4AE-553FF94B8788}" presName="sibTrans" presStyleLbl="sibTrans2D1" presStyleIdx="1" presStyleCnt="6"/>
      <dgm:spPr/>
    </dgm:pt>
    <dgm:pt modelId="{12C92FAF-CB20-40C1-8790-66DAFCE09BD6}" type="pres">
      <dgm:prSet presAssocID="{D1DD343E-4B6E-41C0-9380-508D4550D957}" presName="child" presStyleLbl="alignAccFollowNode1" presStyleIdx="1" presStyleCnt="6">
        <dgm:presLayoutVars>
          <dgm:chMax val="0"/>
          <dgm:bulletEnabled val="1"/>
        </dgm:presLayoutVars>
      </dgm:prSet>
      <dgm:spPr/>
    </dgm:pt>
    <dgm:pt modelId="{44DEB09D-7AEC-44E1-BF6F-C519EF7FB291}" type="pres">
      <dgm:prSet presAssocID="{A778A1A2-CFC7-48D0-944D-849A05765165}" presName="hSp" presStyleCnt="0"/>
      <dgm:spPr/>
    </dgm:pt>
    <dgm:pt modelId="{ADD65FE0-D7E9-4B79-87D7-A5DE217AF214}" type="pres">
      <dgm:prSet presAssocID="{B8CBA722-891D-41E8-A3A5-753D8F51FD06}" presName="vertFlow" presStyleCnt="0"/>
      <dgm:spPr/>
    </dgm:pt>
    <dgm:pt modelId="{01EE48DB-E935-49E2-BCE2-5242A65827FB}" type="pres">
      <dgm:prSet presAssocID="{B8CBA722-891D-41E8-A3A5-753D8F51FD06}" presName="header" presStyleLbl="node1" presStyleIdx="1" presStyleCnt="3"/>
      <dgm:spPr/>
    </dgm:pt>
    <dgm:pt modelId="{BB33ADAC-865B-4BD9-BC7E-0BECE52E4E09}" type="pres">
      <dgm:prSet presAssocID="{0FE364F1-BF43-4A58-86FE-3BDC4854A4D8}" presName="parTrans" presStyleLbl="sibTrans2D1" presStyleIdx="2" presStyleCnt="6"/>
      <dgm:spPr/>
    </dgm:pt>
    <dgm:pt modelId="{52F7EB2D-4902-4B01-BFDC-85B74A5D048B}" type="pres">
      <dgm:prSet presAssocID="{D221DA48-0552-4361-90E1-0AD13155CD00}" presName="child" presStyleLbl="alignAccFollowNode1" presStyleIdx="2" presStyleCnt="6">
        <dgm:presLayoutVars>
          <dgm:chMax val="0"/>
          <dgm:bulletEnabled val="1"/>
        </dgm:presLayoutVars>
      </dgm:prSet>
      <dgm:spPr/>
    </dgm:pt>
    <dgm:pt modelId="{A9E0A4C8-B4A5-4B08-BCE2-C14218363110}" type="pres">
      <dgm:prSet presAssocID="{4E187979-77CD-460A-89C8-8FECA98B0DBE}" presName="sibTrans" presStyleLbl="sibTrans2D1" presStyleIdx="3" presStyleCnt="6"/>
      <dgm:spPr/>
    </dgm:pt>
    <dgm:pt modelId="{6B4AAF2D-22F0-41C1-AD8B-E4642715DF92}" type="pres">
      <dgm:prSet presAssocID="{6F3C5E44-AA37-4B03-8310-8C65ECE4C979}" presName="child" presStyleLbl="alignAccFollowNode1" presStyleIdx="3" presStyleCnt="6">
        <dgm:presLayoutVars>
          <dgm:chMax val="0"/>
          <dgm:bulletEnabled val="1"/>
        </dgm:presLayoutVars>
      </dgm:prSet>
      <dgm:spPr/>
    </dgm:pt>
    <dgm:pt modelId="{B9E28241-A3FF-49D0-8922-4CD908694FDA}" type="pres">
      <dgm:prSet presAssocID="{B8CBA722-891D-41E8-A3A5-753D8F51FD06}" presName="hSp" presStyleCnt="0"/>
      <dgm:spPr/>
    </dgm:pt>
    <dgm:pt modelId="{CB62ADF5-D240-4F28-8C15-B88C14978FF4}" type="pres">
      <dgm:prSet presAssocID="{F0E9C740-36B9-4E39-B57A-0C71F3908F29}" presName="vertFlow" presStyleCnt="0"/>
      <dgm:spPr/>
    </dgm:pt>
    <dgm:pt modelId="{83D929C8-EBD8-4307-8006-401AC8704C42}" type="pres">
      <dgm:prSet presAssocID="{F0E9C740-36B9-4E39-B57A-0C71F3908F29}" presName="header" presStyleLbl="node1" presStyleIdx="2" presStyleCnt="3"/>
      <dgm:spPr/>
    </dgm:pt>
    <dgm:pt modelId="{6398731A-54DC-4F2A-90AA-89B3C143D098}" type="pres">
      <dgm:prSet presAssocID="{92B7450F-F0CF-4B1A-9380-AA39EA1D6E92}" presName="parTrans" presStyleLbl="sibTrans2D1" presStyleIdx="4" presStyleCnt="6"/>
      <dgm:spPr/>
    </dgm:pt>
    <dgm:pt modelId="{BF2B1659-5CFA-4C30-B0A4-8F1DC7FE4E5F}" type="pres">
      <dgm:prSet presAssocID="{B381386A-109F-47A5-8788-A353F46303BB}" presName="child" presStyleLbl="alignAccFollowNode1" presStyleIdx="4" presStyleCnt="6">
        <dgm:presLayoutVars>
          <dgm:chMax val="0"/>
          <dgm:bulletEnabled val="1"/>
        </dgm:presLayoutVars>
      </dgm:prSet>
      <dgm:spPr/>
    </dgm:pt>
    <dgm:pt modelId="{22EE588C-9EB6-4830-BA62-BC6BE2EB3A7C}" type="pres">
      <dgm:prSet presAssocID="{F7E9FD8F-9BC0-4E33-A6DC-D980E00CD2F3}" presName="sibTrans" presStyleLbl="sibTrans2D1" presStyleIdx="5" presStyleCnt="6"/>
      <dgm:spPr/>
    </dgm:pt>
    <dgm:pt modelId="{C441F696-02B1-4595-8129-AEA3823F90CE}" type="pres">
      <dgm:prSet presAssocID="{9A590D52-E6A9-466C-B169-07AD798DA6C0}" presName="child" presStyleLbl="alignAccFollowNode1" presStyleIdx="5" presStyleCnt="6">
        <dgm:presLayoutVars>
          <dgm:chMax val="0"/>
          <dgm:bulletEnabled val="1"/>
        </dgm:presLayoutVars>
      </dgm:prSet>
      <dgm:spPr/>
    </dgm:pt>
  </dgm:ptLst>
  <dgm:cxnLst>
    <dgm:cxn modelId="{89255CFB-FA3E-4F91-9808-D3E7F6295D07}" type="presOf" srcId="{F7E9FD8F-9BC0-4E33-A6DC-D980E00CD2F3}" destId="{22EE588C-9EB6-4830-BA62-BC6BE2EB3A7C}" srcOrd="0" destOrd="0" presId="urn:microsoft.com/office/officeart/2005/8/layout/lProcess1"/>
    <dgm:cxn modelId="{1E2F659E-23A2-40A2-941D-DD39E032D6C2}" type="presOf" srcId="{4E187979-77CD-460A-89C8-8FECA98B0DBE}" destId="{A9E0A4C8-B4A5-4B08-BCE2-C14218363110}" srcOrd="0" destOrd="0" presId="urn:microsoft.com/office/officeart/2005/8/layout/lProcess1"/>
    <dgm:cxn modelId="{94CF1659-65CB-4959-B258-492BD92BEB85}" srcId="{E46F3900-454F-4AED-BC38-B586F439DB22}" destId="{B8CBA722-891D-41E8-A3A5-753D8F51FD06}" srcOrd="1" destOrd="0" parTransId="{248BED34-EB86-4BB1-8AD2-3DB79DBAEA5E}" sibTransId="{5C28A387-DD49-4988-8F3E-8676A353FDF9}"/>
    <dgm:cxn modelId="{803F3403-3B92-4DCB-A6B1-8D68D8881933}" srcId="{A778A1A2-CFC7-48D0-944D-849A05765165}" destId="{D1DD343E-4B6E-41C0-9380-508D4550D957}" srcOrd="1" destOrd="0" parTransId="{87909D88-F301-4A93-9814-2B0B270733FF}" sibTransId="{635D1F8D-66C7-479E-A870-2D7D99F850DD}"/>
    <dgm:cxn modelId="{A6F3ADCD-67CF-4691-B52B-627818ABE97F}" srcId="{E46F3900-454F-4AED-BC38-B586F439DB22}" destId="{F0E9C740-36B9-4E39-B57A-0C71F3908F29}" srcOrd="2" destOrd="0" parTransId="{4232312D-3A0E-4C63-81A4-ABAFCF0B25FC}" sibTransId="{CCA60145-3E56-4FB5-8E07-5B9E10FC6FEC}"/>
    <dgm:cxn modelId="{097B126C-E471-4E73-9CC1-6BB41761A1AD}" type="presOf" srcId="{F0E9C740-36B9-4E39-B57A-0C71F3908F29}" destId="{83D929C8-EBD8-4307-8006-401AC8704C42}" srcOrd="0" destOrd="0" presId="urn:microsoft.com/office/officeart/2005/8/layout/lProcess1"/>
    <dgm:cxn modelId="{FCFF2ECD-A771-4656-89BE-5D512B3B4C1C}" type="presOf" srcId="{9A590D52-E6A9-466C-B169-07AD798DA6C0}" destId="{C441F696-02B1-4595-8129-AEA3823F90CE}" srcOrd="0" destOrd="0" presId="urn:microsoft.com/office/officeart/2005/8/layout/lProcess1"/>
    <dgm:cxn modelId="{0AFCA4B4-55B4-4B04-BFBF-1E6E30321957}" srcId="{B8CBA722-891D-41E8-A3A5-753D8F51FD06}" destId="{D221DA48-0552-4361-90E1-0AD13155CD00}" srcOrd="0" destOrd="0" parTransId="{0FE364F1-BF43-4A58-86FE-3BDC4854A4D8}" sibTransId="{4E187979-77CD-460A-89C8-8FECA98B0DBE}"/>
    <dgm:cxn modelId="{0BB3F4DE-57DF-4AE8-9399-17F9BC508FD5}" type="presOf" srcId="{0FE364F1-BF43-4A58-86FE-3BDC4854A4D8}" destId="{BB33ADAC-865B-4BD9-BC7E-0BECE52E4E09}" srcOrd="0" destOrd="0" presId="urn:microsoft.com/office/officeart/2005/8/layout/lProcess1"/>
    <dgm:cxn modelId="{91C808AD-349C-467A-9D04-305F712D1BF4}" type="presOf" srcId="{519C458A-10EF-40CB-B1B7-D0C163EA0C76}" destId="{31F70C09-AA1F-4A08-9A43-B04C78FC4217}" srcOrd="0" destOrd="0" presId="urn:microsoft.com/office/officeart/2005/8/layout/lProcess1"/>
    <dgm:cxn modelId="{53EB5D14-F173-4AE2-8C0B-33657DAA46D2}" type="presOf" srcId="{B8CBA722-891D-41E8-A3A5-753D8F51FD06}" destId="{01EE48DB-E935-49E2-BCE2-5242A65827FB}" srcOrd="0" destOrd="0" presId="urn:microsoft.com/office/officeart/2005/8/layout/lProcess1"/>
    <dgm:cxn modelId="{3BFABD65-E7AC-47A4-84FA-D89EEAA61278}" type="presOf" srcId="{D1DD343E-4B6E-41C0-9380-508D4550D957}" destId="{12C92FAF-CB20-40C1-8790-66DAFCE09BD6}" srcOrd="0" destOrd="0" presId="urn:microsoft.com/office/officeart/2005/8/layout/lProcess1"/>
    <dgm:cxn modelId="{FE5B21F2-D414-4F68-8D0F-B69068A28EA2}" type="presOf" srcId="{B381386A-109F-47A5-8788-A353F46303BB}" destId="{BF2B1659-5CFA-4C30-B0A4-8F1DC7FE4E5F}" srcOrd="0" destOrd="0" presId="urn:microsoft.com/office/officeart/2005/8/layout/lProcess1"/>
    <dgm:cxn modelId="{DA818EE0-C9C6-4B15-B332-6832FEF0E82C}" type="presOf" srcId="{92B7450F-F0CF-4B1A-9380-AA39EA1D6E92}" destId="{6398731A-54DC-4F2A-90AA-89B3C143D098}" srcOrd="0" destOrd="0" presId="urn:microsoft.com/office/officeart/2005/8/layout/lProcess1"/>
    <dgm:cxn modelId="{0667EC90-5FE2-41F5-923E-B8E5ECC4BEF7}" type="presOf" srcId="{F5D6FF6F-9966-4EBB-8B31-AD5E37B5934F}" destId="{7E51143B-371F-4524-B411-1F5248A21169}" srcOrd="0" destOrd="0" presId="urn:microsoft.com/office/officeart/2005/8/layout/lProcess1"/>
    <dgm:cxn modelId="{803BD41B-6381-4438-B8A3-021F086F4E5A}" type="presOf" srcId="{E46F3900-454F-4AED-BC38-B586F439DB22}" destId="{9CB5692E-01B3-44F0-8BA4-837F92E80EA6}" srcOrd="0" destOrd="0" presId="urn:microsoft.com/office/officeart/2005/8/layout/lProcess1"/>
    <dgm:cxn modelId="{C3184CD7-67D8-4259-A1C2-82338B9CC158}" type="presOf" srcId="{40FA9E20-C5CD-4AF9-A4AE-553FF94B8788}" destId="{DBA15DAA-6D98-4BED-B1BC-BA20F08684FD}" srcOrd="0" destOrd="0" presId="urn:microsoft.com/office/officeart/2005/8/layout/lProcess1"/>
    <dgm:cxn modelId="{B1B76842-A8D6-4871-A15D-725CF2B4153B}" srcId="{A778A1A2-CFC7-48D0-944D-849A05765165}" destId="{519C458A-10EF-40CB-B1B7-D0C163EA0C76}" srcOrd="0" destOrd="0" parTransId="{F5D6FF6F-9966-4EBB-8B31-AD5E37B5934F}" sibTransId="{40FA9E20-C5CD-4AF9-A4AE-553FF94B8788}"/>
    <dgm:cxn modelId="{75D82E4C-EA79-41AE-87BB-D229827A7310}" srcId="{F0E9C740-36B9-4E39-B57A-0C71F3908F29}" destId="{9A590D52-E6A9-466C-B169-07AD798DA6C0}" srcOrd="1" destOrd="0" parTransId="{9CD42A29-5019-4A4D-8FCD-0DDC25F45812}" sibTransId="{8B695D48-5EEB-450D-9F23-B0A359AC6886}"/>
    <dgm:cxn modelId="{BA3F8015-B79A-4BE6-82F5-370A54F6321C}" srcId="{B8CBA722-891D-41E8-A3A5-753D8F51FD06}" destId="{6F3C5E44-AA37-4B03-8310-8C65ECE4C979}" srcOrd="1" destOrd="0" parTransId="{18E10EE3-91CB-420F-9F79-973A49810AB2}" sibTransId="{EF822705-E6A0-416A-A826-9CCD9347D986}"/>
    <dgm:cxn modelId="{88863E57-5D9C-4CF2-A363-F27C3444416D}" type="presOf" srcId="{6F3C5E44-AA37-4B03-8310-8C65ECE4C979}" destId="{6B4AAF2D-22F0-41C1-AD8B-E4642715DF92}" srcOrd="0" destOrd="0" presId="urn:microsoft.com/office/officeart/2005/8/layout/lProcess1"/>
    <dgm:cxn modelId="{BF618DCE-177D-406C-9A08-2AF530CEF2FD}" type="presOf" srcId="{D221DA48-0552-4361-90E1-0AD13155CD00}" destId="{52F7EB2D-4902-4B01-BFDC-85B74A5D048B}" srcOrd="0" destOrd="0" presId="urn:microsoft.com/office/officeart/2005/8/layout/lProcess1"/>
    <dgm:cxn modelId="{F7038A9D-FCD3-4366-8D9C-E3BEFC2B5C1D}" type="presOf" srcId="{A778A1A2-CFC7-48D0-944D-849A05765165}" destId="{79A56178-4845-46C7-9BA7-1183565E3E78}" srcOrd="0" destOrd="0" presId="urn:microsoft.com/office/officeart/2005/8/layout/lProcess1"/>
    <dgm:cxn modelId="{E8681A4A-E724-40CF-B0D1-93E4D011DE8E}" srcId="{E46F3900-454F-4AED-BC38-B586F439DB22}" destId="{A778A1A2-CFC7-48D0-944D-849A05765165}" srcOrd="0" destOrd="0" parTransId="{FC95EDD1-B0B9-40F7-AFD0-CCA405E8369C}" sibTransId="{E5B043FB-E2CE-4E45-82EB-750F420581BF}"/>
    <dgm:cxn modelId="{2F86130D-2DCD-4E6A-948C-24CD9F14639A}" srcId="{F0E9C740-36B9-4E39-B57A-0C71F3908F29}" destId="{B381386A-109F-47A5-8788-A353F46303BB}" srcOrd="0" destOrd="0" parTransId="{92B7450F-F0CF-4B1A-9380-AA39EA1D6E92}" sibTransId="{F7E9FD8F-9BC0-4E33-A6DC-D980E00CD2F3}"/>
    <dgm:cxn modelId="{DA69D5E6-01B7-4EE7-9A9A-43D50BC06F1F}" type="presParOf" srcId="{9CB5692E-01B3-44F0-8BA4-837F92E80EA6}" destId="{2C0900A3-2355-426C-91B0-73BD072FDF7E}" srcOrd="0" destOrd="0" presId="urn:microsoft.com/office/officeart/2005/8/layout/lProcess1"/>
    <dgm:cxn modelId="{6C200AA0-478D-4285-9148-5D4CD66707B5}" type="presParOf" srcId="{2C0900A3-2355-426C-91B0-73BD072FDF7E}" destId="{79A56178-4845-46C7-9BA7-1183565E3E78}" srcOrd="0" destOrd="0" presId="urn:microsoft.com/office/officeart/2005/8/layout/lProcess1"/>
    <dgm:cxn modelId="{AA7475D5-D388-4FC6-B5DD-B0E8F61B8606}" type="presParOf" srcId="{2C0900A3-2355-426C-91B0-73BD072FDF7E}" destId="{7E51143B-371F-4524-B411-1F5248A21169}" srcOrd="1" destOrd="0" presId="urn:microsoft.com/office/officeart/2005/8/layout/lProcess1"/>
    <dgm:cxn modelId="{0B3DC65D-602C-40AB-9476-E48A7BC639EA}" type="presParOf" srcId="{2C0900A3-2355-426C-91B0-73BD072FDF7E}" destId="{31F70C09-AA1F-4A08-9A43-B04C78FC4217}" srcOrd="2" destOrd="0" presId="urn:microsoft.com/office/officeart/2005/8/layout/lProcess1"/>
    <dgm:cxn modelId="{3618AB1C-B21F-40E8-82DA-B1C7B0755A07}" type="presParOf" srcId="{2C0900A3-2355-426C-91B0-73BD072FDF7E}" destId="{DBA15DAA-6D98-4BED-B1BC-BA20F08684FD}" srcOrd="3" destOrd="0" presId="urn:microsoft.com/office/officeart/2005/8/layout/lProcess1"/>
    <dgm:cxn modelId="{20BC31E4-6019-4751-9920-8808BA4ECD34}" type="presParOf" srcId="{2C0900A3-2355-426C-91B0-73BD072FDF7E}" destId="{12C92FAF-CB20-40C1-8790-66DAFCE09BD6}" srcOrd="4" destOrd="0" presId="urn:microsoft.com/office/officeart/2005/8/layout/lProcess1"/>
    <dgm:cxn modelId="{01C7D8EA-4DB3-4028-8F52-D59109E65F24}" type="presParOf" srcId="{9CB5692E-01B3-44F0-8BA4-837F92E80EA6}" destId="{44DEB09D-7AEC-44E1-BF6F-C519EF7FB291}" srcOrd="1" destOrd="0" presId="urn:microsoft.com/office/officeart/2005/8/layout/lProcess1"/>
    <dgm:cxn modelId="{7D8C4841-7BAE-48B5-B963-3953D308420B}" type="presParOf" srcId="{9CB5692E-01B3-44F0-8BA4-837F92E80EA6}" destId="{ADD65FE0-D7E9-4B79-87D7-A5DE217AF214}" srcOrd="2" destOrd="0" presId="urn:microsoft.com/office/officeart/2005/8/layout/lProcess1"/>
    <dgm:cxn modelId="{A3684FBF-68B5-494C-B3B9-82ECC5898ED2}" type="presParOf" srcId="{ADD65FE0-D7E9-4B79-87D7-A5DE217AF214}" destId="{01EE48DB-E935-49E2-BCE2-5242A65827FB}" srcOrd="0" destOrd="0" presId="urn:microsoft.com/office/officeart/2005/8/layout/lProcess1"/>
    <dgm:cxn modelId="{212BF7B8-95DB-4AA3-BBF5-E33E4D6021BB}" type="presParOf" srcId="{ADD65FE0-D7E9-4B79-87D7-A5DE217AF214}" destId="{BB33ADAC-865B-4BD9-BC7E-0BECE52E4E09}" srcOrd="1" destOrd="0" presId="urn:microsoft.com/office/officeart/2005/8/layout/lProcess1"/>
    <dgm:cxn modelId="{AB2CB414-DEDB-4612-B4D8-3ABFC1673EE4}" type="presParOf" srcId="{ADD65FE0-D7E9-4B79-87D7-A5DE217AF214}" destId="{52F7EB2D-4902-4B01-BFDC-85B74A5D048B}" srcOrd="2" destOrd="0" presId="urn:microsoft.com/office/officeart/2005/8/layout/lProcess1"/>
    <dgm:cxn modelId="{DAFC85DE-15F8-4BA7-A819-0B9C70FCE01C}" type="presParOf" srcId="{ADD65FE0-D7E9-4B79-87D7-A5DE217AF214}" destId="{A9E0A4C8-B4A5-4B08-BCE2-C14218363110}" srcOrd="3" destOrd="0" presId="urn:microsoft.com/office/officeart/2005/8/layout/lProcess1"/>
    <dgm:cxn modelId="{2D7E01C7-D3BF-4297-B1ED-8CE16A8C8502}" type="presParOf" srcId="{ADD65FE0-D7E9-4B79-87D7-A5DE217AF214}" destId="{6B4AAF2D-22F0-41C1-AD8B-E4642715DF92}" srcOrd="4" destOrd="0" presId="urn:microsoft.com/office/officeart/2005/8/layout/lProcess1"/>
    <dgm:cxn modelId="{448CE46A-FD97-45EC-9DF9-BEAF628132F5}" type="presParOf" srcId="{9CB5692E-01B3-44F0-8BA4-837F92E80EA6}" destId="{B9E28241-A3FF-49D0-8922-4CD908694FDA}" srcOrd="3" destOrd="0" presId="urn:microsoft.com/office/officeart/2005/8/layout/lProcess1"/>
    <dgm:cxn modelId="{512E6D3B-6D52-4BE9-A8D8-981A3174780A}" type="presParOf" srcId="{9CB5692E-01B3-44F0-8BA4-837F92E80EA6}" destId="{CB62ADF5-D240-4F28-8C15-B88C14978FF4}" srcOrd="4" destOrd="0" presId="urn:microsoft.com/office/officeart/2005/8/layout/lProcess1"/>
    <dgm:cxn modelId="{94B3338E-CFC5-4A41-BA7C-A0D2AEB31E69}" type="presParOf" srcId="{CB62ADF5-D240-4F28-8C15-B88C14978FF4}" destId="{83D929C8-EBD8-4307-8006-401AC8704C42}" srcOrd="0" destOrd="0" presId="urn:microsoft.com/office/officeart/2005/8/layout/lProcess1"/>
    <dgm:cxn modelId="{C473D2A4-9433-45A6-8A9E-050DD1573F9A}" type="presParOf" srcId="{CB62ADF5-D240-4F28-8C15-B88C14978FF4}" destId="{6398731A-54DC-4F2A-90AA-89B3C143D098}" srcOrd="1" destOrd="0" presId="urn:microsoft.com/office/officeart/2005/8/layout/lProcess1"/>
    <dgm:cxn modelId="{C8BE0328-A380-4324-8ACE-01683ABA5BD2}" type="presParOf" srcId="{CB62ADF5-D240-4F28-8C15-B88C14978FF4}" destId="{BF2B1659-5CFA-4C30-B0A4-8F1DC7FE4E5F}" srcOrd="2" destOrd="0" presId="urn:microsoft.com/office/officeart/2005/8/layout/lProcess1"/>
    <dgm:cxn modelId="{8DB15774-C934-44BA-8B10-E5B6C023F782}" type="presParOf" srcId="{CB62ADF5-D240-4F28-8C15-B88C14978FF4}" destId="{22EE588C-9EB6-4830-BA62-BC6BE2EB3A7C}" srcOrd="3" destOrd="0" presId="urn:microsoft.com/office/officeart/2005/8/layout/lProcess1"/>
    <dgm:cxn modelId="{C5C5CF88-4B26-4ED1-A37D-813F2BE666F3}" type="presParOf" srcId="{CB62ADF5-D240-4F28-8C15-B88C14978FF4}" destId="{C441F696-02B1-4595-8129-AEA3823F90CE}" srcOrd="4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294B5E-B726-4B9A-9888-4D396044E566}">
      <dsp:nvSpPr>
        <dsp:cNvPr id="0" name=""/>
        <dsp:cNvSpPr/>
      </dsp:nvSpPr>
      <dsp:spPr>
        <a:xfrm rot="10800000">
          <a:off x="1537403" y="1285"/>
          <a:ext cx="5269992" cy="83999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glow rad="101600">
            <a:srgbClr val="99FFCC">
              <a:alpha val="60000"/>
            </a:srgbClr>
          </a:glo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70416" tIns="68580" rIns="128016" bIns="6858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Угроза:</a:t>
          </a:r>
          <a:endParaRPr lang="ru-RU" sz="18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На орбите &gt;128 млн фрагментов космического мусора (данные ESA).</a:t>
          </a:r>
          <a:endParaRPr lang="ru-RU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10800000">
        <a:off x="1747402" y="1285"/>
        <a:ext cx="5059993" cy="839997"/>
      </dsp:txXfrm>
    </dsp:sp>
    <dsp:sp modelId="{F1886BAC-2C15-4FD5-A322-9C6D3AEEBF4D}">
      <dsp:nvSpPr>
        <dsp:cNvPr id="0" name=""/>
        <dsp:cNvSpPr/>
      </dsp:nvSpPr>
      <dsp:spPr>
        <a:xfrm>
          <a:off x="1117404" y="1285"/>
          <a:ext cx="839997" cy="839997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7000" r="-47000"/>
          </a:stretch>
        </a:blipFill>
        <a:ln>
          <a:noFill/>
        </a:ln>
        <a:effectLst>
          <a:glow rad="101600">
            <a:srgbClr val="99FFCC">
              <a:alpha val="60000"/>
            </a:srgbClr>
          </a:glo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3B1BAAB1-40C0-4B19-B3D1-B2D7B4385D34}">
      <dsp:nvSpPr>
        <dsp:cNvPr id="0" name=""/>
        <dsp:cNvSpPr/>
      </dsp:nvSpPr>
      <dsp:spPr>
        <a:xfrm rot="10800000">
          <a:off x="1537403" y="1092029"/>
          <a:ext cx="5269992" cy="83999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glow rad="101600">
            <a:srgbClr val="99FFCC">
              <a:alpha val="60000"/>
            </a:srgbClr>
          </a:glo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70416" tIns="68580" rIns="128016" bIns="6858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Синдром </a:t>
          </a:r>
          <a:r>
            <a:rPr lang="ru-RU" sz="1800" b="1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Кесслера</a:t>
          </a:r>
          <a:r>
            <a:rPr lang="ru-RU" sz="18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:</a:t>
          </a:r>
          <a:endParaRPr lang="ru-RU" sz="18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Риск цепной реакции столкновений, делающий космос непригодным для </a:t>
          </a:r>
          <a:r>
            <a:rPr lang="ru-RU" sz="1400" b="1" i="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полетов</a:t>
          </a:r>
          <a:r>
            <a:rPr lang="ru-RU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.</a:t>
          </a:r>
          <a:endParaRPr lang="ru-RU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10800000">
        <a:off x="1747402" y="1092029"/>
        <a:ext cx="5059993" cy="839997"/>
      </dsp:txXfrm>
    </dsp:sp>
    <dsp:sp modelId="{EBECE7F9-6134-424B-83C1-30BA2BACE8B5}">
      <dsp:nvSpPr>
        <dsp:cNvPr id="0" name=""/>
        <dsp:cNvSpPr/>
      </dsp:nvSpPr>
      <dsp:spPr>
        <a:xfrm>
          <a:off x="1117404" y="1092029"/>
          <a:ext cx="839997" cy="839997"/>
        </a:xfrm>
        <a:prstGeom prst="ellipse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>
          <a:noFill/>
        </a:ln>
        <a:effectLst>
          <a:glow rad="101600">
            <a:srgbClr val="99FFCC">
              <a:alpha val="60000"/>
            </a:srgbClr>
          </a:glo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5925767-70E7-45A1-9F9D-338E147A5DF0}">
      <dsp:nvSpPr>
        <dsp:cNvPr id="0" name=""/>
        <dsp:cNvSpPr/>
      </dsp:nvSpPr>
      <dsp:spPr>
        <a:xfrm rot="10800000">
          <a:off x="1537403" y="2182772"/>
          <a:ext cx="5269992" cy="83999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glow rad="101600">
            <a:srgbClr val="99FFCC">
              <a:alpha val="60000"/>
            </a:srgbClr>
          </a:glo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70416" tIns="68580" rIns="128016" bIns="6858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Физика:</a:t>
          </a:r>
          <a:endParaRPr lang="ru-RU" sz="18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Скорость удара 7–15 км/с. Энергия микрочастицы равна выстрелу пули.</a:t>
          </a:r>
          <a:endParaRPr lang="ru-RU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10800000">
        <a:off x="1747402" y="2182772"/>
        <a:ext cx="5059993" cy="839997"/>
      </dsp:txXfrm>
    </dsp:sp>
    <dsp:sp modelId="{0379138E-64A9-419B-B2CA-C9DEB2E130EA}">
      <dsp:nvSpPr>
        <dsp:cNvPr id="0" name=""/>
        <dsp:cNvSpPr/>
      </dsp:nvSpPr>
      <dsp:spPr>
        <a:xfrm>
          <a:off x="1117404" y="2182772"/>
          <a:ext cx="839997" cy="839997"/>
        </a:xfrm>
        <a:prstGeom prst="ellipse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  <a:ln>
          <a:noFill/>
        </a:ln>
        <a:effectLst>
          <a:glow rad="101600">
            <a:srgbClr val="99FFCC">
              <a:alpha val="60000"/>
            </a:srgbClr>
          </a:glo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128CAEB3-26D8-494C-B1C8-ACD91857DF59}">
      <dsp:nvSpPr>
        <dsp:cNvPr id="0" name=""/>
        <dsp:cNvSpPr/>
      </dsp:nvSpPr>
      <dsp:spPr>
        <a:xfrm rot="10800000">
          <a:off x="1537403" y="3273516"/>
          <a:ext cx="5269992" cy="83999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glow rad="101600">
            <a:srgbClr val="99FFCC">
              <a:alpha val="60000"/>
            </a:srgbClr>
          </a:glo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70416" tIns="68580" rIns="128016" bIns="6858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Главная проблема:</a:t>
          </a:r>
          <a:endParaRPr lang="ru-RU" sz="18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Существующая защита слишком тяжелая и дорогая.</a:t>
          </a:r>
          <a:endParaRPr lang="ru-RU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10800000">
        <a:off x="1747402" y="3273516"/>
        <a:ext cx="5059993" cy="839997"/>
      </dsp:txXfrm>
    </dsp:sp>
    <dsp:sp modelId="{E3A4F8BC-38B7-4F24-8524-BB006C71F5A8}">
      <dsp:nvSpPr>
        <dsp:cNvPr id="0" name=""/>
        <dsp:cNvSpPr/>
      </dsp:nvSpPr>
      <dsp:spPr>
        <a:xfrm>
          <a:off x="1117404" y="3273516"/>
          <a:ext cx="839997" cy="839997"/>
        </a:xfrm>
        <a:prstGeom prst="ellipse">
          <a:avLst/>
        </a:prstGeom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2000" r="-22000"/>
          </a:stretch>
        </a:blipFill>
        <a:ln>
          <a:noFill/>
        </a:ln>
        <a:effectLst>
          <a:glow rad="101600">
            <a:srgbClr val="99FFCC">
              <a:alpha val="60000"/>
            </a:srgbClr>
          </a:glo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78EF25-E4A6-4EEC-9352-48FE76971448}">
      <dsp:nvSpPr>
        <dsp:cNvPr id="0" name=""/>
        <dsp:cNvSpPr/>
      </dsp:nvSpPr>
      <dsp:spPr>
        <a:xfrm>
          <a:off x="1480" y="1394832"/>
          <a:ext cx="1606630" cy="13251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42924" dir="540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Щит </a:t>
          </a:r>
          <a:r>
            <a:rPr lang="ru-RU" sz="1400" b="1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Уиппла</a:t>
          </a:r>
          <a:r>
            <a:rPr lang="ru-RU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(алюминиевые листы)</a:t>
          </a:r>
          <a:endParaRPr lang="ru-RU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1975" y="1425327"/>
        <a:ext cx="1545640" cy="980187"/>
      </dsp:txXfrm>
    </dsp:sp>
    <dsp:sp modelId="{B231B9BA-BCF0-478F-860F-1E00E24228FA}">
      <dsp:nvSpPr>
        <dsp:cNvPr id="0" name=""/>
        <dsp:cNvSpPr/>
      </dsp:nvSpPr>
      <dsp:spPr>
        <a:xfrm>
          <a:off x="906095" y="1716653"/>
          <a:ext cx="1762633" cy="1762633"/>
        </a:xfrm>
        <a:prstGeom prst="leftCircularArrow">
          <a:avLst>
            <a:gd name="adj1" fmla="val 3103"/>
            <a:gd name="adj2" fmla="val 381354"/>
            <a:gd name="adj3" fmla="val 2156865"/>
            <a:gd name="adj4" fmla="val 9024489"/>
            <a:gd name="adj5" fmla="val 3620"/>
          </a:avLst>
        </a:prstGeom>
        <a:gradFill rotWithShape="0">
          <a:gsLst>
            <a:gs pos="0">
              <a:schemeClr val="accent2">
                <a:shade val="90000"/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2">
                <a:shade val="90000"/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FF067E4-C49D-4DA5-A678-3EAF4D0619E2}">
      <dsp:nvSpPr>
        <dsp:cNvPr id="0" name=""/>
        <dsp:cNvSpPr/>
      </dsp:nvSpPr>
      <dsp:spPr>
        <a:xfrm>
          <a:off x="358509" y="2436009"/>
          <a:ext cx="1428116" cy="5679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Технологии 1947 года</a:t>
          </a:r>
          <a:endParaRPr lang="ru-RU" sz="18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75143" y="2452643"/>
        <a:ext cx="1394848" cy="534646"/>
      </dsp:txXfrm>
    </dsp:sp>
    <dsp:sp modelId="{101CEAEC-CFF7-4CD1-9E8D-D4250A218E17}">
      <dsp:nvSpPr>
        <dsp:cNvPr id="0" name=""/>
        <dsp:cNvSpPr/>
      </dsp:nvSpPr>
      <dsp:spPr>
        <a:xfrm>
          <a:off x="2047044" y="1394832"/>
          <a:ext cx="1606630" cy="13251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hueOff val="0"/>
              <a:satOff val="0"/>
              <a:lumOff val="0"/>
              <a:alphaOff val="-13333"/>
            </a:schemeClr>
          </a:solidFill>
          <a:prstDash val="solid"/>
        </a:ln>
        <a:effectLst>
          <a:outerShdw blurRad="50800" dist="42924" dir="540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Пассивная броня «съедает» до 30% полезной нагрузки</a:t>
          </a:r>
          <a:endParaRPr lang="ru-RU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077539" y="1709285"/>
        <a:ext cx="1545640" cy="980187"/>
      </dsp:txXfrm>
    </dsp:sp>
    <dsp:sp modelId="{D3E643BD-0E7F-4314-8D47-C4E617C6CD10}">
      <dsp:nvSpPr>
        <dsp:cNvPr id="0" name=""/>
        <dsp:cNvSpPr/>
      </dsp:nvSpPr>
      <dsp:spPr>
        <a:xfrm>
          <a:off x="2938271" y="583554"/>
          <a:ext cx="1967925" cy="1967925"/>
        </a:xfrm>
        <a:prstGeom prst="circularArrow">
          <a:avLst>
            <a:gd name="adj1" fmla="val 2779"/>
            <a:gd name="adj2" fmla="val 338986"/>
            <a:gd name="adj3" fmla="val 19485503"/>
            <a:gd name="adj4" fmla="val 12575511"/>
            <a:gd name="adj5" fmla="val 3242"/>
          </a:avLst>
        </a:prstGeom>
        <a:gradFill rotWithShape="0">
          <a:gsLst>
            <a:gs pos="0">
              <a:schemeClr val="accent2">
                <a:shade val="90000"/>
                <a:hueOff val="-156770"/>
                <a:satOff val="-2029"/>
                <a:lumOff val="13967"/>
                <a:alphaOff val="0"/>
                <a:shade val="85000"/>
              </a:schemeClr>
            </a:gs>
            <a:gs pos="100000">
              <a:schemeClr val="accent2">
                <a:shade val="90000"/>
                <a:hueOff val="-156770"/>
                <a:satOff val="-2029"/>
                <a:lumOff val="13967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67CDAE9-F1F2-4578-BA30-F283AEC29187}">
      <dsp:nvSpPr>
        <dsp:cNvPr id="0" name=""/>
        <dsp:cNvSpPr/>
      </dsp:nvSpPr>
      <dsp:spPr>
        <a:xfrm>
          <a:off x="2404074" y="1110875"/>
          <a:ext cx="1428116" cy="5679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13333"/>
                <a:shade val="85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13333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Избыточный вес</a:t>
          </a:r>
          <a:endParaRPr lang="ru-RU" sz="18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420708" y="1127509"/>
        <a:ext cx="1394848" cy="534646"/>
      </dsp:txXfrm>
    </dsp:sp>
    <dsp:sp modelId="{F30B7C6D-F1F1-4260-B1E0-3C5AB11B4ADB}">
      <dsp:nvSpPr>
        <dsp:cNvPr id="0" name=""/>
        <dsp:cNvSpPr/>
      </dsp:nvSpPr>
      <dsp:spPr>
        <a:xfrm>
          <a:off x="4092609" y="1394832"/>
          <a:ext cx="1606630" cy="13251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hueOff val="0"/>
              <a:satOff val="0"/>
              <a:lumOff val="0"/>
              <a:alphaOff val="-26667"/>
            </a:schemeClr>
          </a:solidFill>
          <a:prstDash val="solid"/>
        </a:ln>
        <a:effectLst>
          <a:outerShdw blurRad="50800" dist="42924" dir="540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Стоимость вывода 1 кг груза = $5,000 – $10,000</a:t>
          </a:r>
          <a:endParaRPr lang="ru-RU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4123104" y="1425327"/>
        <a:ext cx="1545640" cy="980187"/>
      </dsp:txXfrm>
    </dsp:sp>
    <dsp:sp modelId="{D1BFC2E0-4F42-4700-A5F9-F8CEE82EEFEF}">
      <dsp:nvSpPr>
        <dsp:cNvPr id="0" name=""/>
        <dsp:cNvSpPr/>
      </dsp:nvSpPr>
      <dsp:spPr>
        <a:xfrm>
          <a:off x="4997224" y="1716653"/>
          <a:ext cx="1762633" cy="1762633"/>
        </a:xfrm>
        <a:prstGeom prst="leftCircularArrow">
          <a:avLst>
            <a:gd name="adj1" fmla="val 3103"/>
            <a:gd name="adj2" fmla="val 381354"/>
            <a:gd name="adj3" fmla="val 2156865"/>
            <a:gd name="adj4" fmla="val 9024489"/>
            <a:gd name="adj5" fmla="val 3620"/>
          </a:avLst>
        </a:prstGeom>
        <a:gradFill rotWithShape="0">
          <a:gsLst>
            <a:gs pos="0">
              <a:schemeClr val="accent2">
                <a:shade val="90000"/>
                <a:hueOff val="-313540"/>
                <a:satOff val="-4058"/>
                <a:lumOff val="27935"/>
                <a:alphaOff val="0"/>
                <a:shade val="85000"/>
              </a:schemeClr>
            </a:gs>
            <a:gs pos="100000">
              <a:schemeClr val="accent2">
                <a:shade val="90000"/>
                <a:hueOff val="-313540"/>
                <a:satOff val="-4058"/>
                <a:lumOff val="27935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8FB0D59-EE10-46AC-B589-0DF98A41F8E1}">
      <dsp:nvSpPr>
        <dsp:cNvPr id="0" name=""/>
        <dsp:cNvSpPr/>
      </dsp:nvSpPr>
      <dsp:spPr>
        <a:xfrm>
          <a:off x="4449638" y="2436009"/>
          <a:ext cx="1428116" cy="5679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26667"/>
                <a:shade val="85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26667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Цена вопроса</a:t>
          </a:r>
          <a:endParaRPr lang="ru-RU" sz="18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4466272" y="2452643"/>
        <a:ext cx="1394848" cy="534646"/>
      </dsp:txXfrm>
    </dsp:sp>
    <dsp:sp modelId="{4058518E-820E-4411-9FFE-C7F6EE04146A}">
      <dsp:nvSpPr>
        <dsp:cNvPr id="0" name=""/>
        <dsp:cNvSpPr/>
      </dsp:nvSpPr>
      <dsp:spPr>
        <a:xfrm>
          <a:off x="6138174" y="1394832"/>
          <a:ext cx="1606630" cy="13251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>
          <a:outerShdw blurRad="50800" dist="42924" dir="540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Мы тратим миллионы долларов на запуск «мертвого груза» металла.</a:t>
          </a:r>
          <a:endParaRPr lang="ru-RU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6168669" y="1709285"/>
        <a:ext cx="1545640" cy="980187"/>
      </dsp:txXfrm>
    </dsp:sp>
    <dsp:sp modelId="{391707B1-8CCF-47E5-A429-3A7D668E18AF}">
      <dsp:nvSpPr>
        <dsp:cNvPr id="0" name=""/>
        <dsp:cNvSpPr/>
      </dsp:nvSpPr>
      <dsp:spPr>
        <a:xfrm>
          <a:off x="6495203" y="1110875"/>
          <a:ext cx="1428116" cy="5679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40000"/>
                <a:shade val="85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4000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Вывод</a:t>
          </a:r>
          <a:endParaRPr lang="ru-RU" sz="18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6511837" y="1127509"/>
        <a:ext cx="1394848" cy="53464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38B3C8-05CF-40A7-886B-A172A68B9245}">
      <dsp:nvSpPr>
        <dsp:cNvPr id="0" name=""/>
        <dsp:cNvSpPr/>
      </dsp:nvSpPr>
      <dsp:spPr>
        <a:xfrm>
          <a:off x="2321" y="892671"/>
          <a:ext cx="2329457" cy="232945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8198" tIns="15240" rIns="128198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b="1" kern="1200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  <a:cs typeface="Arial" panose="020B0604020202020204" pitchFamily="34" charset="0"/>
            </a:rPr>
            <a:t>Идея: </a:t>
          </a: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  <a:cs typeface="Arial" panose="020B0604020202020204" pitchFamily="34" charset="0"/>
            </a:rPr>
            <a:t>Переход от гомогенных металлов к «умным» композитам</a:t>
          </a:r>
          <a:endParaRPr lang="ru-RU" sz="12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Bookman Old Style" panose="02050604050505020204" pitchFamily="18" charset="0"/>
            <a:cs typeface="Arial" panose="020B0604020202020204" pitchFamily="34" charset="0"/>
          </a:endParaRPr>
        </a:p>
      </dsp:txBody>
      <dsp:txXfrm>
        <a:off x="343462" y="1233812"/>
        <a:ext cx="1647175" cy="1647175"/>
      </dsp:txXfrm>
    </dsp:sp>
    <dsp:sp modelId="{1EFF12A3-3A2C-4CB9-9900-A9E62E2001E2}">
      <dsp:nvSpPr>
        <dsp:cNvPr id="0" name=""/>
        <dsp:cNvSpPr/>
      </dsp:nvSpPr>
      <dsp:spPr>
        <a:xfrm>
          <a:off x="1865887" y="892671"/>
          <a:ext cx="2329457" cy="232945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8198" tIns="15240" rIns="128198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b="1" kern="1200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  <a:cs typeface="Arial" panose="020B0604020202020204" pitchFamily="34" charset="0"/>
            </a:rPr>
            <a:t>Инструмент:</a:t>
          </a: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b="1" kern="1200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  <a:cs typeface="Arial" panose="020B0604020202020204" pitchFamily="34" charset="0"/>
            </a:rPr>
            <a:t> </a:t>
          </a:r>
          <a:r>
            <a:rPr lang="ru-RU" sz="12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  <a:cs typeface="Arial" panose="020B0604020202020204" pitchFamily="34" charset="0"/>
            </a:rPr>
            <a:t>Искусственный Интеллект (</a:t>
          </a:r>
          <a:r>
            <a:rPr lang="ru-RU" sz="1200" b="1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  <a:cs typeface="Arial" panose="020B0604020202020204" pitchFamily="34" charset="0"/>
            </a:rPr>
            <a:t>Expert</a:t>
          </a:r>
          <a:r>
            <a:rPr lang="ru-RU" sz="12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  <a:cs typeface="Arial" panose="020B0604020202020204" pitchFamily="34" charset="0"/>
            </a:rPr>
            <a:t> </a:t>
          </a:r>
          <a:r>
            <a:rPr lang="ru-RU" sz="1200" b="1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  <a:cs typeface="Arial" panose="020B0604020202020204" pitchFamily="34" charset="0"/>
            </a:rPr>
            <a:t>System</a:t>
          </a:r>
          <a:r>
            <a:rPr lang="ru-RU" sz="12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  <a:cs typeface="Arial" panose="020B0604020202020204" pitchFamily="34" charset="0"/>
            </a:rPr>
            <a:t>) вместо ручных расчетов</a:t>
          </a:r>
          <a:endParaRPr lang="ru-RU" sz="12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Bookman Old Style" panose="02050604050505020204" pitchFamily="18" charset="0"/>
            <a:cs typeface="Arial" panose="020B0604020202020204" pitchFamily="34" charset="0"/>
          </a:endParaRPr>
        </a:p>
      </dsp:txBody>
      <dsp:txXfrm>
        <a:off x="2207028" y="1233812"/>
        <a:ext cx="1647175" cy="1647175"/>
      </dsp:txXfrm>
    </dsp:sp>
    <dsp:sp modelId="{DFD4D1ED-2352-4362-92FF-CD2CD7CC8027}">
      <dsp:nvSpPr>
        <dsp:cNvPr id="0" name=""/>
        <dsp:cNvSpPr/>
      </dsp:nvSpPr>
      <dsp:spPr>
        <a:xfrm>
          <a:off x="3729454" y="892671"/>
          <a:ext cx="2329457" cy="232945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8198" tIns="15240" rIns="128198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b="1" kern="1200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  <a:cs typeface="Arial" panose="020B0604020202020204" pitchFamily="34" charset="0"/>
            </a:rPr>
            <a:t>Цель:</a:t>
          </a:r>
          <a:r>
            <a:rPr lang="ru-RU" sz="12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  <a:cs typeface="Arial" panose="020B0604020202020204" pitchFamily="34" charset="0"/>
            </a:rPr>
            <a:t> </a:t>
          </a: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  <a:cs typeface="Arial" panose="020B0604020202020204" pitchFamily="34" charset="0"/>
            </a:rPr>
            <a:t>Снижение массы защиты на 40–50% без потери прочности</a:t>
          </a:r>
          <a:endParaRPr lang="ru-RU" sz="12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Bookman Old Style" panose="02050604050505020204" pitchFamily="18" charset="0"/>
            <a:cs typeface="Arial" panose="020B0604020202020204" pitchFamily="34" charset="0"/>
          </a:endParaRPr>
        </a:p>
      </dsp:txBody>
      <dsp:txXfrm>
        <a:off x="4070595" y="1233812"/>
        <a:ext cx="1647175" cy="1647175"/>
      </dsp:txXfrm>
    </dsp:sp>
    <dsp:sp modelId="{96AD607A-B14A-4523-BEC8-715B2DC250A4}">
      <dsp:nvSpPr>
        <dsp:cNvPr id="0" name=""/>
        <dsp:cNvSpPr/>
      </dsp:nvSpPr>
      <dsp:spPr>
        <a:xfrm>
          <a:off x="5593020" y="892671"/>
          <a:ext cx="2329457" cy="232945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8198" tIns="15240" rIns="128198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b="1" kern="1200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  <a:cs typeface="Arial" panose="020B0604020202020204" pitchFamily="34" charset="0"/>
            </a:rPr>
            <a:t>Результат</a:t>
          </a:r>
          <a:r>
            <a:rPr lang="ru-RU" sz="12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  <a:cs typeface="Arial" panose="020B0604020202020204" pitchFamily="34" charset="0"/>
            </a:rPr>
            <a:t>: </a:t>
          </a: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  <a:cs typeface="Arial" panose="020B0604020202020204" pitchFamily="34" charset="0"/>
            </a:rPr>
            <a:t>Автоматическая генерация оптимальной структуры под конкретную миссию</a:t>
          </a:r>
          <a:endParaRPr lang="ru-RU" sz="12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Bookman Old Style" panose="02050604050505020204" pitchFamily="18" charset="0"/>
            <a:cs typeface="Arial" panose="020B0604020202020204" pitchFamily="34" charset="0"/>
          </a:endParaRPr>
        </a:p>
      </dsp:txBody>
      <dsp:txXfrm>
        <a:off x="5934161" y="1233812"/>
        <a:ext cx="1647175" cy="164717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A56178-4845-46C7-9BA7-1183565E3E78}">
      <dsp:nvSpPr>
        <dsp:cNvPr id="0" name=""/>
        <dsp:cNvSpPr/>
      </dsp:nvSpPr>
      <dsp:spPr>
        <a:xfrm>
          <a:off x="5589" y="1196828"/>
          <a:ext cx="2411493" cy="602873"/>
        </a:xfrm>
        <a:prstGeom prst="roundRect">
          <a:avLst>
            <a:gd name="adj" fmla="val 10000"/>
          </a:avLst>
        </a:prstGeom>
        <a:solidFill>
          <a:srgbClr val="7030A0"/>
        </a:soli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1" kern="1200" dirty="0" smtClean="0"/>
            <a:t>Слой 1: </a:t>
          </a:r>
          <a:r>
            <a:rPr lang="ru-RU" sz="1400" b="1" kern="1200" dirty="0" err="1" smtClean="0"/>
            <a:t>Графен</a:t>
          </a:r>
          <a:r>
            <a:rPr lang="ru-RU" sz="1400" b="1" kern="1200" dirty="0" smtClean="0"/>
            <a:t> (</a:t>
          </a:r>
          <a:r>
            <a:rPr lang="en-US" sz="1400" b="1" kern="1200" dirty="0" err="1" smtClean="0"/>
            <a:t>Graphene</a:t>
          </a:r>
          <a:r>
            <a:rPr lang="en-US" sz="1400" b="1" kern="1200" dirty="0" smtClean="0"/>
            <a:t>)</a:t>
          </a:r>
          <a:endParaRPr lang="ru-RU" sz="1400" kern="1200" dirty="0"/>
        </a:p>
      </dsp:txBody>
      <dsp:txXfrm>
        <a:off x="23247" y="1214486"/>
        <a:ext cx="2376177" cy="567557"/>
      </dsp:txXfrm>
    </dsp:sp>
    <dsp:sp modelId="{7E51143B-371F-4524-B411-1F5248A21169}">
      <dsp:nvSpPr>
        <dsp:cNvPr id="0" name=""/>
        <dsp:cNvSpPr/>
      </dsp:nvSpPr>
      <dsp:spPr>
        <a:xfrm rot="5400000">
          <a:off x="1158585" y="1852452"/>
          <a:ext cx="105502" cy="105502"/>
        </a:xfrm>
        <a:prstGeom prst="rightArrow">
          <a:avLst>
            <a:gd name="adj1" fmla="val 667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1F70C09-AA1F-4A08-9A43-B04C78FC4217}">
      <dsp:nvSpPr>
        <dsp:cNvPr id="0" name=""/>
        <dsp:cNvSpPr/>
      </dsp:nvSpPr>
      <dsp:spPr>
        <a:xfrm>
          <a:off x="5589" y="2010707"/>
          <a:ext cx="2411493" cy="602873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42924" dir="5400000" rotWithShape="0">
            <a:srgbClr val="000000">
              <a:alpha val="4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dirty="0" smtClean="0"/>
            <a:t>В 200 раз прочнее стали.</a:t>
          </a:r>
          <a:endParaRPr lang="ru-RU" sz="1400" kern="1200" dirty="0"/>
        </a:p>
      </dsp:txBody>
      <dsp:txXfrm>
        <a:off x="23247" y="2028365"/>
        <a:ext cx="2376177" cy="567557"/>
      </dsp:txXfrm>
    </dsp:sp>
    <dsp:sp modelId="{DBA15DAA-6D98-4BED-B1BC-BA20F08684FD}">
      <dsp:nvSpPr>
        <dsp:cNvPr id="0" name=""/>
        <dsp:cNvSpPr/>
      </dsp:nvSpPr>
      <dsp:spPr>
        <a:xfrm rot="5400000">
          <a:off x="1158585" y="2666332"/>
          <a:ext cx="105502" cy="105502"/>
        </a:xfrm>
        <a:prstGeom prst="rightArrow">
          <a:avLst>
            <a:gd name="adj1" fmla="val 667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2C92FAF-CB20-40C1-8790-66DAFCE09BD6}">
      <dsp:nvSpPr>
        <dsp:cNvPr id="0" name=""/>
        <dsp:cNvSpPr/>
      </dsp:nvSpPr>
      <dsp:spPr>
        <a:xfrm>
          <a:off x="5589" y="2824586"/>
          <a:ext cx="2411493" cy="602873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42924" dir="5400000" rotWithShape="0">
            <a:srgbClr val="000000">
              <a:alpha val="4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dirty="0" smtClean="0"/>
            <a:t>Функция: Деструктор (разрушение снаряда при касании).</a:t>
          </a:r>
          <a:endParaRPr lang="ru-RU" sz="1400" kern="1200" dirty="0"/>
        </a:p>
      </dsp:txBody>
      <dsp:txXfrm>
        <a:off x="23247" y="2842244"/>
        <a:ext cx="2376177" cy="567557"/>
      </dsp:txXfrm>
    </dsp:sp>
    <dsp:sp modelId="{01EE48DB-E935-49E2-BCE2-5242A65827FB}">
      <dsp:nvSpPr>
        <dsp:cNvPr id="0" name=""/>
        <dsp:cNvSpPr/>
      </dsp:nvSpPr>
      <dsp:spPr>
        <a:xfrm>
          <a:off x="2754693" y="1196828"/>
          <a:ext cx="2411493" cy="602873"/>
        </a:xfrm>
        <a:prstGeom prst="roundRect">
          <a:avLst>
            <a:gd name="adj" fmla="val 10000"/>
          </a:avLst>
        </a:prstGeom>
        <a:solidFill>
          <a:srgbClr val="0070C0"/>
        </a:soli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1" kern="1200" dirty="0" smtClean="0"/>
            <a:t>Слой 2: Углеродные </a:t>
          </a:r>
          <a:r>
            <a:rPr lang="ru-RU" sz="1400" b="1" kern="1200" dirty="0" err="1" smtClean="0"/>
            <a:t>нанотрубки</a:t>
          </a:r>
          <a:r>
            <a:rPr lang="ru-RU" sz="1400" b="1" kern="1200" dirty="0" smtClean="0"/>
            <a:t> (CNT)</a:t>
          </a:r>
          <a:endParaRPr lang="ru-RU" sz="1400" b="1" kern="1200" dirty="0"/>
        </a:p>
      </dsp:txBody>
      <dsp:txXfrm>
        <a:off x="2772351" y="1214486"/>
        <a:ext cx="2376177" cy="567557"/>
      </dsp:txXfrm>
    </dsp:sp>
    <dsp:sp modelId="{BB33ADAC-865B-4BD9-BC7E-0BECE52E4E09}">
      <dsp:nvSpPr>
        <dsp:cNvPr id="0" name=""/>
        <dsp:cNvSpPr/>
      </dsp:nvSpPr>
      <dsp:spPr>
        <a:xfrm rot="5400000">
          <a:off x="3907688" y="1852452"/>
          <a:ext cx="105502" cy="105502"/>
        </a:xfrm>
        <a:prstGeom prst="rightArrow">
          <a:avLst>
            <a:gd name="adj1" fmla="val 667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2F7EB2D-4902-4B01-BFDC-85B74A5D048B}">
      <dsp:nvSpPr>
        <dsp:cNvPr id="0" name=""/>
        <dsp:cNvSpPr/>
      </dsp:nvSpPr>
      <dsp:spPr>
        <a:xfrm>
          <a:off x="2754693" y="2010707"/>
          <a:ext cx="2411493" cy="602873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42924" dir="5400000" rotWithShape="0">
            <a:srgbClr val="000000">
              <a:alpha val="4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dirty="0" smtClean="0"/>
            <a:t>Плотность 1.3 г/см³ (в 2 раза легче алюминия).</a:t>
          </a:r>
          <a:endParaRPr lang="ru-RU" sz="1400" kern="1200" dirty="0"/>
        </a:p>
      </dsp:txBody>
      <dsp:txXfrm>
        <a:off x="2772351" y="2028365"/>
        <a:ext cx="2376177" cy="567557"/>
      </dsp:txXfrm>
    </dsp:sp>
    <dsp:sp modelId="{A9E0A4C8-B4A5-4B08-BCE2-C14218363110}">
      <dsp:nvSpPr>
        <dsp:cNvPr id="0" name=""/>
        <dsp:cNvSpPr/>
      </dsp:nvSpPr>
      <dsp:spPr>
        <a:xfrm rot="5400000">
          <a:off x="3907688" y="2666332"/>
          <a:ext cx="105502" cy="105502"/>
        </a:xfrm>
        <a:prstGeom prst="rightArrow">
          <a:avLst>
            <a:gd name="adj1" fmla="val 667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B4AAF2D-22F0-41C1-AD8B-E4642715DF92}">
      <dsp:nvSpPr>
        <dsp:cNvPr id="0" name=""/>
        <dsp:cNvSpPr/>
      </dsp:nvSpPr>
      <dsp:spPr>
        <a:xfrm>
          <a:off x="2754693" y="2824586"/>
          <a:ext cx="2411493" cy="602873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42924" dir="5400000" rotWithShape="0">
            <a:srgbClr val="000000">
              <a:alpha val="4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dirty="0" smtClean="0"/>
            <a:t>Функция: Ловушка для осколков и плазмы.</a:t>
          </a:r>
          <a:endParaRPr lang="ru-RU" sz="1400" kern="1200" dirty="0"/>
        </a:p>
      </dsp:txBody>
      <dsp:txXfrm>
        <a:off x="2772351" y="2842244"/>
        <a:ext cx="2376177" cy="567557"/>
      </dsp:txXfrm>
    </dsp:sp>
    <dsp:sp modelId="{83D929C8-EBD8-4307-8006-401AC8704C42}">
      <dsp:nvSpPr>
        <dsp:cNvPr id="0" name=""/>
        <dsp:cNvSpPr/>
      </dsp:nvSpPr>
      <dsp:spPr>
        <a:xfrm>
          <a:off x="5503796" y="1196828"/>
          <a:ext cx="2411493" cy="602873"/>
        </a:xfrm>
        <a:prstGeom prst="roundRect">
          <a:avLst>
            <a:gd name="adj" fmla="val 10000"/>
          </a:avLst>
        </a:prstGeom>
        <a:solidFill>
          <a:srgbClr val="007A37"/>
        </a:soli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1" kern="1200" dirty="0" smtClean="0"/>
            <a:t>Слой 3: Жидкая броня (STF).</a:t>
          </a:r>
          <a:endParaRPr lang="ru-RU" sz="1400" b="1" kern="1200" dirty="0"/>
        </a:p>
      </dsp:txBody>
      <dsp:txXfrm>
        <a:off x="5521454" y="1214486"/>
        <a:ext cx="2376177" cy="567557"/>
      </dsp:txXfrm>
    </dsp:sp>
    <dsp:sp modelId="{6398731A-54DC-4F2A-90AA-89B3C143D098}">
      <dsp:nvSpPr>
        <dsp:cNvPr id="0" name=""/>
        <dsp:cNvSpPr/>
      </dsp:nvSpPr>
      <dsp:spPr>
        <a:xfrm rot="5400000">
          <a:off x="6656791" y="1852452"/>
          <a:ext cx="105502" cy="105502"/>
        </a:xfrm>
        <a:prstGeom prst="rightArrow">
          <a:avLst>
            <a:gd name="adj1" fmla="val 667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F2B1659-5CFA-4C30-B0A4-8F1DC7FE4E5F}">
      <dsp:nvSpPr>
        <dsp:cNvPr id="0" name=""/>
        <dsp:cNvSpPr/>
      </dsp:nvSpPr>
      <dsp:spPr>
        <a:xfrm>
          <a:off x="5503796" y="2010707"/>
          <a:ext cx="2411493" cy="602873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42924" dir="5400000" rotWithShape="0">
            <a:srgbClr val="000000">
              <a:alpha val="4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dirty="0" smtClean="0"/>
            <a:t>Неньютоновская жидкость.</a:t>
          </a:r>
          <a:endParaRPr lang="ru-RU" sz="1400" kern="1200" dirty="0"/>
        </a:p>
      </dsp:txBody>
      <dsp:txXfrm>
        <a:off x="5521454" y="2028365"/>
        <a:ext cx="2376177" cy="567557"/>
      </dsp:txXfrm>
    </dsp:sp>
    <dsp:sp modelId="{22EE588C-9EB6-4830-BA62-BC6BE2EB3A7C}">
      <dsp:nvSpPr>
        <dsp:cNvPr id="0" name=""/>
        <dsp:cNvSpPr/>
      </dsp:nvSpPr>
      <dsp:spPr>
        <a:xfrm rot="5400000">
          <a:off x="6656791" y="2666332"/>
          <a:ext cx="105502" cy="105502"/>
        </a:xfrm>
        <a:prstGeom prst="rightArrow">
          <a:avLst>
            <a:gd name="adj1" fmla="val 667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441F696-02B1-4595-8129-AEA3823F90CE}">
      <dsp:nvSpPr>
        <dsp:cNvPr id="0" name=""/>
        <dsp:cNvSpPr/>
      </dsp:nvSpPr>
      <dsp:spPr>
        <a:xfrm>
          <a:off x="5503796" y="2824586"/>
          <a:ext cx="2411493" cy="602873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42924" dir="5400000" rotWithShape="0">
            <a:srgbClr val="000000">
              <a:alpha val="4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dirty="0" smtClean="0"/>
            <a:t>Функция: Демпфер (гашение ударной волны)</a:t>
          </a:r>
          <a:endParaRPr lang="ru-RU" sz="1400" kern="1200" dirty="0"/>
        </a:p>
      </dsp:txBody>
      <dsp:txXfrm>
        <a:off x="5521454" y="2842244"/>
        <a:ext cx="2376177" cy="5675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2" cstate="print"/>
          <a:srcRect t="33333"/>
          <a:stretch>
            <a:fillRect/>
          </a:stretch>
        </p:blipFill>
        <p:spPr>
          <a:xfrm>
            <a:off x="0" y="0"/>
            <a:ext cx="9144000" cy="4572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8694-8089-4F27-8915-0121DD59818A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0165B-F5C6-41D1-A9B0-47AF45D4AC24}" type="slidenum">
              <a:rPr lang="ru-RU" smtClean="0"/>
              <a:t>‹#›</a:t>
            </a:fld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17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07888"/>
            <a:ext cx="7772400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8694-8089-4F27-8915-0121DD59818A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0165B-F5C6-41D1-A9B0-47AF45D4AC24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114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62525"/>
            <a:ext cx="7885113" cy="1362075"/>
          </a:xfrm>
        </p:spPr>
        <p:txBody>
          <a:bodyPr anchor="t"/>
          <a:lstStyle>
            <a:lvl1pPr algn="l">
              <a:defRPr sz="3200" b="0" i="0" cap="all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462338"/>
            <a:ext cx="7885113" cy="1500187"/>
          </a:xfrm>
        </p:spPr>
        <p:txBody>
          <a:bodyPr anchor="b">
            <a:normAutofit/>
          </a:bodyPr>
          <a:lstStyle>
            <a:lvl1pPr marL="0" indent="0">
              <a:buNone/>
              <a:defRPr sz="170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8694-8089-4F27-8915-0121DD59818A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0165B-F5C6-41D1-A9B0-47AF45D4AC2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3733800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itchFamily="34" charset="0"/>
              <a:buChar char="•"/>
              <a:defRPr/>
            </a:lvl6pPr>
            <a:lvl7pPr>
              <a:buClr>
                <a:schemeClr val="tx2"/>
              </a:buClr>
              <a:buFont typeface="Arial" pitchFamily="34" charset="0"/>
              <a:buChar char="•"/>
              <a:defRPr/>
            </a:lvl7pPr>
            <a:lvl8pPr>
              <a:buClr>
                <a:schemeClr val="tx2"/>
              </a:buClr>
              <a:buFont typeface="Arial" pitchFamily="34" charset="0"/>
              <a:buChar char="•"/>
              <a:defRPr/>
            </a:lvl8pPr>
            <a:lvl9pPr>
              <a:buClr>
                <a:schemeClr val="tx2"/>
              </a:buCl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600200"/>
            <a:ext cx="3733800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8694-8089-4F27-8915-0121DD59818A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0165B-F5C6-41D1-A9B0-47AF45D4AC2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8694-8089-4F27-8915-0121DD59818A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0165B-F5C6-41D1-A9B0-47AF45D4AC2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8694-8089-4F27-8915-0121DD59818A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0165B-F5C6-41D1-A9B0-47AF45D4AC2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8694-8089-4F27-8915-0121DD59818A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0165B-F5C6-41D1-A9B0-47AF45D4AC2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962400" y="1447800"/>
            <a:ext cx="4648200" cy="4267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648" y="2547891"/>
            <a:ext cx="2971800" cy="3167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8694-8089-4F27-8915-0121DD59818A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0165B-F5C6-41D1-A9B0-47AF45D4AC2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riz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7344" y="1447800"/>
            <a:ext cx="3419856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21806 w 3419856"/>
              <a:gd name="connsiteY9" fmla="*/ 3407194 h 3429000"/>
              <a:gd name="connsiteX10" fmla="*/ 0 w 3419856"/>
              <a:gd name="connsiteY10" fmla="*/ 3354550 h 3429000"/>
              <a:gd name="connsiteX11" fmla="*/ 0 w 3419856"/>
              <a:gd name="connsiteY11" fmla="*/ 74450 h 3429000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8026"/>
              <a:gd name="connsiteY0" fmla="*/ 74450 h 3910007"/>
              <a:gd name="connsiteX1" fmla="*/ 21806 w 3968026"/>
              <a:gd name="connsiteY1" fmla="*/ 21806 h 3910007"/>
              <a:gd name="connsiteX2" fmla="*/ 74450 w 3968026"/>
              <a:gd name="connsiteY2" fmla="*/ 0 h 3910007"/>
              <a:gd name="connsiteX3" fmla="*/ 3345406 w 3968026"/>
              <a:gd name="connsiteY3" fmla="*/ 0 h 3910007"/>
              <a:gd name="connsiteX4" fmla="*/ 3398050 w 3968026"/>
              <a:gd name="connsiteY4" fmla="*/ 21806 h 3910007"/>
              <a:gd name="connsiteX5" fmla="*/ 3419856 w 3968026"/>
              <a:gd name="connsiteY5" fmla="*/ 74450 h 3910007"/>
              <a:gd name="connsiteX6" fmla="*/ 3419856 w 3968026"/>
              <a:gd name="connsiteY6" fmla="*/ 3354550 h 3910007"/>
              <a:gd name="connsiteX7" fmla="*/ 3398050 w 3968026"/>
              <a:gd name="connsiteY7" fmla="*/ 3407194 h 3910007"/>
              <a:gd name="connsiteX8" fmla="*/ 0 w 3968026"/>
              <a:gd name="connsiteY8" fmla="*/ 3354550 h 3910007"/>
              <a:gd name="connsiteX9" fmla="*/ 0 w 3968026"/>
              <a:gd name="connsiteY9" fmla="*/ 74450 h 3910007"/>
              <a:gd name="connsiteX0" fmla="*/ 0 w 3419856"/>
              <a:gd name="connsiteY0" fmla="*/ 74450 h 3901233"/>
              <a:gd name="connsiteX1" fmla="*/ 21806 w 3419856"/>
              <a:gd name="connsiteY1" fmla="*/ 21806 h 3901233"/>
              <a:gd name="connsiteX2" fmla="*/ 74450 w 3419856"/>
              <a:gd name="connsiteY2" fmla="*/ 0 h 3901233"/>
              <a:gd name="connsiteX3" fmla="*/ 3345406 w 3419856"/>
              <a:gd name="connsiteY3" fmla="*/ 0 h 3901233"/>
              <a:gd name="connsiteX4" fmla="*/ 3398050 w 3419856"/>
              <a:gd name="connsiteY4" fmla="*/ 21806 h 3901233"/>
              <a:gd name="connsiteX5" fmla="*/ 3419856 w 3419856"/>
              <a:gd name="connsiteY5" fmla="*/ 74450 h 3901233"/>
              <a:gd name="connsiteX6" fmla="*/ 3419856 w 3419856"/>
              <a:gd name="connsiteY6" fmla="*/ 3354550 h 3901233"/>
              <a:gd name="connsiteX7" fmla="*/ 0 w 3419856"/>
              <a:gd name="connsiteY7" fmla="*/ 3354550 h 3901233"/>
              <a:gd name="connsiteX8" fmla="*/ 0 w 3419856"/>
              <a:gd name="connsiteY8" fmla="*/ 74450 h 3901233"/>
              <a:gd name="connsiteX0" fmla="*/ 0 w 3419856"/>
              <a:gd name="connsiteY0" fmla="*/ 74450 h 3354550"/>
              <a:gd name="connsiteX1" fmla="*/ 21806 w 3419856"/>
              <a:gd name="connsiteY1" fmla="*/ 21806 h 3354550"/>
              <a:gd name="connsiteX2" fmla="*/ 74450 w 3419856"/>
              <a:gd name="connsiteY2" fmla="*/ 0 h 3354550"/>
              <a:gd name="connsiteX3" fmla="*/ 3345406 w 3419856"/>
              <a:gd name="connsiteY3" fmla="*/ 0 h 3354550"/>
              <a:gd name="connsiteX4" fmla="*/ 3398050 w 3419856"/>
              <a:gd name="connsiteY4" fmla="*/ 21806 h 3354550"/>
              <a:gd name="connsiteX5" fmla="*/ 3419856 w 3419856"/>
              <a:gd name="connsiteY5" fmla="*/ 74450 h 3354550"/>
              <a:gd name="connsiteX6" fmla="*/ 3419856 w 3419856"/>
              <a:gd name="connsiteY6" fmla="*/ 3354550 h 3354550"/>
              <a:gd name="connsiteX7" fmla="*/ 0 w 3419856"/>
              <a:gd name="connsiteY7" fmla="*/ 3354550 h 3354550"/>
              <a:gd name="connsiteX8" fmla="*/ 0 w 3419856"/>
              <a:gd name="connsiteY8" fmla="*/ 74450 h 33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547890"/>
            <a:ext cx="2971800" cy="2405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8694-8089-4F27-8915-0121DD59818A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0165B-F5C6-41D1-A9B0-47AF45D4AC2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8694-8089-4F27-8915-0121DD59818A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0165B-F5C6-41D1-A9B0-47AF45D4AC2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8694-8089-4F27-8915-0121DD59818A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0165B-F5C6-41D1-A9B0-47AF45D4AC2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792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15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trike="noStrike" spc="60" baseline="0">
                <a:solidFill>
                  <a:schemeClr val="tx1"/>
                </a:solidFill>
              </a:defRPr>
            </a:lvl1pPr>
          </a:lstStyle>
          <a:p>
            <a:fld id="{BD998694-8089-4F27-8915-0121DD59818A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60" baseline="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56350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</a:defRPr>
            </a:lvl1pPr>
          </a:lstStyle>
          <a:p>
            <a:fld id="{2DC0165B-F5C6-41D1-A9B0-47AF45D4AC24}" type="slidenum">
              <a:rPr lang="ru-RU" smtClean="0"/>
              <a:t>‹#›</a:t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00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339752" y="1124744"/>
            <a:ext cx="6400800" cy="1752600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tx1"/>
                </a:solidFill>
              </a:rPr>
              <a:t>Интеллектуальная система проектирования композитной защиты космических аппаратов</a:t>
            </a:r>
            <a:endParaRPr lang="ru-RU" sz="2800" dirty="0">
              <a:solidFill>
                <a:schemeClr val="tx1"/>
              </a:solidFill>
            </a:endParaRPr>
          </a:p>
          <a:p>
            <a:endParaRPr lang="ru-RU" sz="2800" dirty="0">
              <a:solidFill>
                <a:schemeClr val="tx1"/>
              </a:solidFill>
            </a:endParaRPr>
          </a:p>
        </p:txBody>
      </p:sp>
      <p:pic>
        <p:nvPicPr>
          <p:cNvPr id="4" name="Рисунок 3" descr="C:\Users\user\Downloads\Gemini_Generated_Image_3u02iq3u02iq3u02.png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35" r="23235"/>
          <a:stretch/>
        </p:blipFill>
        <p:spPr bwMode="auto">
          <a:xfrm>
            <a:off x="251520" y="836712"/>
            <a:ext cx="2304256" cy="223224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251520" y="3967896"/>
            <a:ext cx="864096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Исполнители:</a:t>
            </a:r>
            <a:endParaRPr lang="ru-RU" dirty="0"/>
          </a:p>
          <a:p>
            <a:r>
              <a:rPr lang="ru-RU" dirty="0"/>
              <a:t>Ли Владислав, Батищев Богдан - </a:t>
            </a:r>
            <a:r>
              <a:rPr lang="ru-RU" dirty="0" smtClean="0"/>
              <a:t>учащиеся </a:t>
            </a:r>
            <a:r>
              <a:rPr lang="ru-RU" dirty="0"/>
              <a:t>10 класса Специализированной гимназии №8 с обучением на трех языках </a:t>
            </a:r>
            <a:r>
              <a:rPr lang="ru-RU" dirty="0" err="1"/>
              <a:t>им.М.Х.Дулати</a:t>
            </a:r>
            <a:endParaRPr lang="ru-RU" dirty="0"/>
          </a:p>
          <a:p>
            <a:r>
              <a:rPr lang="ru-RU" b="1" dirty="0"/>
              <a:t>Научный руководитель:</a:t>
            </a:r>
            <a:endParaRPr lang="ru-RU" dirty="0"/>
          </a:p>
          <a:p>
            <a:r>
              <a:rPr lang="ru-RU" dirty="0"/>
              <a:t>Грязнов Юрий Петрович - учитель физики</a:t>
            </a:r>
          </a:p>
        </p:txBody>
      </p:sp>
    </p:spTree>
    <p:extLst>
      <p:ext uri="{BB962C8B-B14F-4D97-AF65-F5344CB8AC3E}">
        <p14:creationId xmlns:p14="http://schemas.microsoft.com/office/powerpoint/2010/main" val="3754814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778098"/>
          </a:xfrm>
        </p:spPr>
        <p:txBody>
          <a:bodyPr/>
          <a:lstStyle/>
          <a:p>
            <a:pPr algn="ctr"/>
            <a:r>
              <a:rPr lang="ru-RU" b="1" dirty="0" smtClean="0"/>
              <a:t>Вызовы индустрии </a:t>
            </a:r>
            <a:r>
              <a:rPr lang="en-US" b="1" dirty="0" smtClean="0"/>
              <a:t>New Space</a:t>
            </a:r>
            <a:endParaRPr lang="ru-RU" b="1" dirty="0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861933164"/>
              </p:ext>
            </p:extLst>
          </p:nvPr>
        </p:nvGraphicFramePr>
        <p:xfrm>
          <a:off x="609600" y="1412776"/>
          <a:ext cx="79248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1228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ru-RU" b="1" dirty="0" smtClean="0">
                <a:latin typeface="+mn-lt"/>
              </a:rPr>
              <a:t>Почему старые решения не работают?</a:t>
            </a:r>
            <a:endParaRPr lang="ru-RU" b="1" dirty="0">
              <a:latin typeface="+mn-lt"/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431356392"/>
              </p:ext>
            </p:extLst>
          </p:nvPr>
        </p:nvGraphicFramePr>
        <p:xfrm>
          <a:off x="609600" y="1600200"/>
          <a:ext cx="79248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1553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692696"/>
            <a:ext cx="8784976" cy="724942"/>
          </a:xfrm>
        </p:spPr>
        <p:txBody>
          <a:bodyPr>
            <a:normAutofit/>
          </a:bodyPr>
          <a:lstStyle/>
          <a:p>
            <a:pPr algn="ctr"/>
            <a:r>
              <a:rPr lang="ru-RU" b="1" dirty="0" smtClean="0">
                <a:cs typeface="Arial" panose="020B0604020202020204" pitchFamily="34" charset="0"/>
              </a:rPr>
              <a:t>Смена парадигмы проектирования</a:t>
            </a:r>
            <a:endParaRPr lang="ru-RU" b="1" dirty="0">
              <a:cs typeface="Arial" panose="020B0604020202020204" pitchFamily="34" charset="0"/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881471359"/>
              </p:ext>
            </p:extLst>
          </p:nvPr>
        </p:nvGraphicFramePr>
        <p:xfrm>
          <a:off x="609600" y="1600200"/>
          <a:ext cx="79248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3685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856984" cy="1143000"/>
          </a:xfrm>
        </p:spPr>
        <p:txBody>
          <a:bodyPr>
            <a:normAutofit/>
          </a:bodyPr>
          <a:lstStyle/>
          <a:p>
            <a:pPr algn="ctr"/>
            <a:r>
              <a:rPr lang="ru-RU" b="1" dirty="0" smtClean="0"/>
              <a:t>Трехслойная</a:t>
            </a:r>
            <a:r>
              <a:rPr lang="ru-RU" dirty="0" smtClean="0"/>
              <a:t> </a:t>
            </a:r>
            <a:r>
              <a:rPr lang="ru-RU" b="1" dirty="0" smtClean="0"/>
              <a:t>адаптивная</a:t>
            </a:r>
            <a:r>
              <a:rPr lang="ru-RU" dirty="0" smtClean="0"/>
              <a:t> </a:t>
            </a:r>
            <a:r>
              <a:rPr lang="ru-RU" b="1" dirty="0" smtClean="0"/>
              <a:t>архитектура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graphicFrame>
        <p:nvGraphicFramePr>
          <p:cNvPr id="4" name="Схема 3"/>
          <p:cNvGraphicFramePr/>
          <p:nvPr>
            <p:extLst>
              <p:ext uri="{D42A27DB-BD31-4B8C-83A1-F6EECF244321}">
                <p14:modId xmlns:p14="http://schemas.microsoft.com/office/powerpoint/2010/main" val="411776960"/>
              </p:ext>
            </p:extLst>
          </p:nvPr>
        </p:nvGraphicFramePr>
        <p:xfrm>
          <a:off x="539552" y="1397000"/>
          <a:ext cx="7920880" cy="4624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30384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Как мыслит алгоритм?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59762" y="1819176"/>
            <a:ext cx="8064896" cy="300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Тип ИИ: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Эвристическая экспертная система (не «черный ящик»).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Логика оптимизации (</a:t>
            </a: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Feedback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Loop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):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0" i="1" u="none" strike="noStrike" cap="none" normalizeH="0" baseline="0" dirty="0" smtClean="0">
                <a:ln>
                  <a:noFill/>
                </a:ln>
                <a:solidFill>
                  <a:srgbClr val="00FFFF"/>
                </a:solidFill>
                <a:effectLst/>
                <a:latin typeface="Arial" pitchFamily="34" charset="0"/>
                <a:cs typeface="Arial" pitchFamily="34" charset="0"/>
              </a:rPr>
              <a:t>Гиперзвук (&gt;5 км/с)?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0FFFF"/>
                </a:solidFill>
                <a:effectLst/>
                <a:latin typeface="Arial" pitchFamily="34" charset="0"/>
                <a:cs typeface="Arial" pitchFamily="34" charset="0"/>
              </a:rPr>
              <a:t> → Усилить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rgbClr val="00FFFF"/>
                </a:solidFill>
                <a:effectLst/>
                <a:latin typeface="Arial" pitchFamily="34" charset="0"/>
                <a:cs typeface="Arial" pitchFamily="34" charset="0"/>
              </a:rPr>
              <a:t>Графен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0FFFF"/>
                </a:solidFill>
                <a:effectLst/>
                <a:latin typeface="Arial" pitchFamily="34" charset="0"/>
                <a:cs typeface="Arial" pitchFamily="34" charset="0"/>
              </a:rPr>
              <a:t> (разрушение).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0" i="1" u="none" strike="noStrike" cap="none" normalizeH="0" baseline="0" dirty="0" smtClean="0">
                <a:ln>
                  <a:noFill/>
                </a:ln>
                <a:solidFill>
                  <a:srgbClr val="00FFFF"/>
                </a:solidFill>
                <a:effectLst/>
                <a:latin typeface="Arial" pitchFamily="34" charset="0"/>
                <a:cs typeface="Arial" pitchFamily="34" charset="0"/>
              </a:rPr>
              <a:t>Много осколков?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0FFFF"/>
                </a:solidFill>
                <a:effectLst/>
                <a:latin typeface="Arial" pitchFamily="34" charset="0"/>
                <a:cs typeface="Arial" pitchFamily="34" charset="0"/>
              </a:rPr>
              <a:t> → Усилить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rgbClr val="00FFFF"/>
                </a:solidFill>
                <a:effectLst/>
                <a:latin typeface="Arial" pitchFamily="34" charset="0"/>
                <a:cs typeface="Arial" pitchFamily="34" charset="0"/>
              </a:rPr>
              <a:t>Нанотрубки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0FFFF"/>
                </a:solidFill>
                <a:effectLst/>
                <a:latin typeface="Arial" pitchFamily="34" charset="0"/>
                <a:cs typeface="Arial" pitchFamily="34" charset="0"/>
              </a:rPr>
              <a:t> (поглощение).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0" i="1" u="none" strike="noStrike" cap="none" normalizeH="0" baseline="0" dirty="0" smtClean="0">
                <a:ln>
                  <a:noFill/>
                </a:ln>
                <a:solidFill>
                  <a:srgbClr val="00FFFF"/>
                </a:solidFill>
                <a:effectLst/>
                <a:latin typeface="Arial" pitchFamily="34" charset="0"/>
                <a:cs typeface="Arial" pitchFamily="34" charset="0"/>
              </a:rPr>
              <a:t>Ударная волна?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0FFFF"/>
                </a:solidFill>
                <a:effectLst/>
                <a:latin typeface="Arial" pitchFamily="34" charset="0"/>
                <a:cs typeface="Arial" pitchFamily="34" charset="0"/>
              </a:rPr>
              <a:t> → Усилить STF (вязкость).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Скорость: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Подбор конфигурации за секунды вместо недель лабораторных тестов.</a:t>
            </a:r>
          </a:p>
        </p:txBody>
      </p:sp>
    </p:spTree>
    <p:extLst>
      <p:ext uri="{BB962C8B-B14F-4D97-AF65-F5344CB8AC3E}">
        <p14:creationId xmlns:p14="http://schemas.microsoft.com/office/powerpoint/2010/main" val="1227226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706090"/>
          </a:xfrm>
        </p:spPr>
        <p:txBody>
          <a:bodyPr/>
          <a:lstStyle/>
          <a:p>
            <a:pPr algn="ctr"/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AEROO Simulator v18.0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01552" y="922512"/>
            <a:ext cx="7200800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Платформа: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Веб-приложение (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rgbClr val="FFCC00"/>
                </a:solidFill>
                <a:effectLst/>
                <a:latin typeface="Arial" pitchFamily="34" charset="0"/>
                <a:cs typeface="Arial" pitchFamily="34" charset="0"/>
              </a:rPr>
              <a:t>JavaScript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FFCC00"/>
                </a:solidFill>
                <a:effectLst/>
                <a:latin typeface="Arial" pitchFamily="34" charset="0"/>
                <a:cs typeface="Arial" pitchFamily="34" charset="0"/>
              </a:rPr>
              <a:t>, HTML5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rgbClr val="FFCC00"/>
                </a:solidFill>
                <a:effectLst/>
                <a:latin typeface="Arial" pitchFamily="34" charset="0"/>
                <a:cs typeface="Arial" pitchFamily="34" charset="0"/>
              </a:rPr>
              <a:t>Canvas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Функционал: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Выбор миссии (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FFCC00"/>
                </a:solidFill>
                <a:effectLst/>
                <a:latin typeface="Arial" pitchFamily="34" charset="0"/>
                <a:cs typeface="Arial" pitchFamily="34" charset="0"/>
              </a:rPr>
              <a:t>МКС,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rgbClr val="FFCC00"/>
                </a:solidFill>
                <a:effectLst/>
                <a:latin typeface="Arial" pitchFamily="34" charset="0"/>
                <a:cs typeface="Arial" pitchFamily="34" charset="0"/>
              </a:rPr>
              <a:t>Starlink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FFCC00"/>
                </a:solidFill>
                <a:effectLst/>
                <a:latin typeface="Arial" pitchFamily="34" charset="0"/>
                <a:cs typeface="Arial" pitchFamily="34" charset="0"/>
              </a:rPr>
              <a:t>, Луна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Визуализация физики удара в реальном времени.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Автоматический расчет экономической выгоды.</a:t>
            </a:r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1259632" y="3212976"/>
            <a:ext cx="6696744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75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Научное обоснование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Rectangle 16"/>
          <p:cNvSpPr>
            <a:spLocks noChangeArrowheads="1"/>
          </p:cNvSpPr>
          <p:nvPr/>
        </p:nvSpPr>
        <p:spPr bwMode="auto">
          <a:xfrm>
            <a:off x="395536" y="1609007"/>
            <a:ext cx="7992888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Гидродинамическая теория: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При скоростях 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rgbClr val="FFCC00"/>
                </a:solidFill>
                <a:effectLst/>
                <a:latin typeface="Arial" pitchFamily="34" charset="0"/>
                <a:cs typeface="Arial" pitchFamily="34" charset="0"/>
              </a:rPr>
              <a:t>&gt;7 км/с 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металлы ведут себя как жидкость.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Модель Тейта-Алексеевского: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Глубина проникновения зависит от 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rgbClr val="FFCC00"/>
                </a:solidFill>
                <a:effectLst/>
                <a:latin typeface="Arial" pitchFamily="34" charset="0"/>
                <a:cs typeface="Arial" pitchFamily="34" charset="0"/>
              </a:rPr>
              <a:t>плотности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, а не твердости.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Фазовые переходы: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Учет мгновенного 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rgbClr val="FFCC00"/>
                </a:solidFill>
                <a:effectLst/>
                <a:latin typeface="Arial" pitchFamily="34" charset="0"/>
                <a:cs typeface="Arial" pitchFamily="34" charset="0"/>
              </a:rPr>
              <a:t>испарения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снаряда (превращение в плазму) при контакте с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графеном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92343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490066"/>
          </a:xfrm>
        </p:spPr>
        <p:txBody>
          <a:bodyPr/>
          <a:lstStyle/>
          <a:p>
            <a:pPr algn="ctr"/>
            <a:r>
              <a:rPr lang="ru-RU" b="1" dirty="0" smtClean="0"/>
              <a:t>Защита от космического мусора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148756" y="836712"/>
            <a:ext cx="2995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solidFill>
                  <a:srgbClr val="00FFFF"/>
                </a:solidFill>
              </a:rPr>
              <a:t>Эксперимент №1: МКС (</a:t>
            </a:r>
            <a:r>
              <a:rPr lang="en-US" b="1" dirty="0" smtClean="0">
                <a:solidFill>
                  <a:srgbClr val="00FFFF"/>
                </a:solidFill>
              </a:rPr>
              <a:t>LEO)</a:t>
            </a:r>
            <a:endParaRPr lang="ru-RU" b="1" dirty="0">
              <a:solidFill>
                <a:srgbClr val="00FFFF"/>
              </a:solidFill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23528" y="811064"/>
            <a:ext cx="777686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Угроза: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Arial" pitchFamily="34" charset="0"/>
                <a:cs typeface="Arial" pitchFamily="34" charset="0"/>
              </a:rPr>
              <a:t>Алюминиевый фрагмент, 7 600 м/с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Решение ИИ: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Акцент на вязкость (STF).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Результат: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Масса эталона: 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30.2 кг/м²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Масса AEROO: 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12.4 кг/м²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Эффективность: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99FFCC"/>
                </a:solidFill>
                <a:effectLst/>
                <a:latin typeface="Arial" pitchFamily="34" charset="0"/>
                <a:cs typeface="Arial" pitchFamily="34" charset="0"/>
              </a:rPr>
              <a:t>Снижение веса на 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rgbClr val="99FFCC"/>
                </a:solidFill>
                <a:effectLst/>
                <a:latin typeface="Arial" pitchFamily="34" charset="0"/>
                <a:cs typeface="Arial" pitchFamily="34" charset="0"/>
              </a:rPr>
              <a:t>59%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rgbClr val="99FFCC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1835696" y="3370739"/>
            <a:ext cx="6659870" cy="3370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580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44624"/>
            <a:ext cx="8856984" cy="648072"/>
          </a:xfrm>
        </p:spPr>
        <p:txBody>
          <a:bodyPr>
            <a:normAutofit/>
          </a:bodyPr>
          <a:lstStyle/>
          <a:p>
            <a:pPr algn="ctr"/>
            <a:r>
              <a:rPr lang="ru-RU" b="1" dirty="0" smtClean="0"/>
              <a:t>Средняя орбита и созвездия спутников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428051" y="681063"/>
            <a:ext cx="27056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solidFill>
                  <a:srgbClr val="00FFFF"/>
                </a:solidFill>
              </a:rPr>
              <a:t>Эксперимент №2: </a:t>
            </a:r>
            <a:r>
              <a:rPr lang="en-US" b="1" dirty="0" err="1" smtClean="0">
                <a:solidFill>
                  <a:srgbClr val="00FFFF"/>
                </a:solidFill>
              </a:rPr>
              <a:t>Starlink</a:t>
            </a:r>
            <a:endParaRPr lang="ru-RU" b="1" dirty="0">
              <a:solidFill>
                <a:srgbClr val="00FFFF"/>
              </a:solidFill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23528" y="655415"/>
            <a:ext cx="864096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Угроза: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Arial" pitchFamily="34" charset="0"/>
                <a:cs typeface="Arial" pitchFamily="34" charset="0"/>
              </a:rPr>
              <a:t>Стальной осколок, 11 000 м/с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Сложность: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Высокая кинетическая энергия стали.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Решение ИИ: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Усиление слоя </a:t>
            </a:r>
            <a:r>
              <a:rPr kumimoji="0" lang="ru-RU" altLang="ru-RU" sz="1800" b="0" i="0" u="sng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нанотрубок</a:t>
            </a:r>
            <a:r>
              <a:rPr kumimoji="0" lang="ru-RU" altLang="ru-RU" sz="1800" b="0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(CNT) до 7,5 мм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для улавливания осколков.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Результат: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Эталон: 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FF5050"/>
                </a:solidFill>
                <a:effectLst/>
                <a:latin typeface="Arial" pitchFamily="34" charset="0"/>
                <a:cs typeface="Arial" pitchFamily="34" charset="0"/>
              </a:rPr>
              <a:t>Пробит насквозь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AEROO: 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99FFCC"/>
                </a:solidFill>
                <a:effectLst/>
                <a:latin typeface="Arial" pitchFamily="34" charset="0"/>
                <a:cs typeface="Arial" pitchFamily="34" charset="0"/>
              </a:rPr>
              <a:t>Остановлен (Масса 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rgbClr val="99FFCC"/>
                </a:solidFill>
                <a:effectLst/>
                <a:latin typeface="Arial" pitchFamily="34" charset="0"/>
                <a:cs typeface="Arial" pitchFamily="34" charset="0"/>
              </a:rPr>
              <a:t>15.2 кг/м²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99FFCC"/>
                </a:solidFill>
                <a:effectLst/>
                <a:latin typeface="Arial" pitchFamily="34" charset="0"/>
                <a:cs typeface="Arial" pitchFamily="34" charset="0"/>
              </a:rPr>
              <a:t>)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2555776" y="3654762"/>
            <a:ext cx="6301078" cy="3014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453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562074"/>
          </a:xfrm>
        </p:spPr>
        <p:txBody>
          <a:bodyPr/>
          <a:lstStyle/>
          <a:p>
            <a:pPr algn="ctr"/>
            <a:r>
              <a:rPr lang="ru-RU" b="1" dirty="0" smtClean="0"/>
              <a:t>Защита станции </a:t>
            </a:r>
            <a:r>
              <a:rPr lang="en-US" b="1" dirty="0" smtClean="0"/>
              <a:t>Gateway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250160" y="836712"/>
            <a:ext cx="36744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solidFill>
                  <a:srgbClr val="00FFFF"/>
                </a:solidFill>
              </a:rPr>
              <a:t>Эксперимент №3: Лунная программа</a:t>
            </a:r>
            <a:endParaRPr lang="ru-RU" b="1" dirty="0">
              <a:solidFill>
                <a:srgbClr val="00FFFF"/>
              </a:solidFill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23528" y="836712"/>
            <a:ext cx="813690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Угроза: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FFCC00"/>
                </a:solidFill>
                <a:effectLst/>
                <a:latin typeface="Arial" pitchFamily="34" charset="0"/>
                <a:cs typeface="Arial" pitchFamily="34" charset="0"/>
              </a:rPr>
              <a:t>Вольфрам / Метеорит, 15 000 м/с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Решение ИИ: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Графен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как тепловой щит (испарение снаряда).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Результат: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Масса AEROO: 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rgbClr val="99FFCC"/>
                </a:solidFill>
                <a:effectLst/>
                <a:latin typeface="Arial" pitchFamily="34" charset="0"/>
                <a:cs typeface="Arial" pitchFamily="34" charset="0"/>
              </a:rPr>
              <a:t>18.4 кг/м²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Экономия массы: 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rgbClr val="99FFCC"/>
                </a:solidFill>
                <a:effectLst/>
                <a:latin typeface="Arial" pitchFamily="34" charset="0"/>
                <a:cs typeface="Arial" pitchFamily="34" charset="0"/>
              </a:rPr>
              <a:t>39%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по сравнению с эталоном.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1763688" y="3140968"/>
            <a:ext cx="6840760" cy="34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541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856984" cy="634082"/>
          </a:xfrm>
        </p:spPr>
        <p:txBody>
          <a:bodyPr>
            <a:normAutofit/>
          </a:bodyPr>
          <a:lstStyle/>
          <a:p>
            <a:pPr algn="ctr"/>
            <a:r>
              <a:rPr lang="ru-RU" b="1" dirty="0" smtClean="0"/>
              <a:t>Сравнение с эталоном (</a:t>
            </a:r>
            <a:r>
              <a:rPr lang="ru-RU" b="1" dirty="0" err="1" smtClean="0"/>
              <a:t>Whipple</a:t>
            </a:r>
            <a:r>
              <a:rPr lang="ru-RU" b="1" dirty="0" smtClean="0"/>
              <a:t> </a:t>
            </a:r>
            <a:r>
              <a:rPr lang="ru-RU" b="1" dirty="0" err="1" smtClean="0"/>
              <a:t>Shield</a:t>
            </a:r>
            <a:r>
              <a:rPr lang="ru-RU" b="1" dirty="0" smtClean="0"/>
              <a:t>)</a:t>
            </a:r>
            <a:endParaRPr lang="ru-RU" b="1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4122271"/>
              </p:ext>
            </p:extLst>
          </p:nvPr>
        </p:nvGraphicFramePr>
        <p:xfrm>
          <a:off x="349188" y="1268760"/>
          <a:ext cx="8229600" cy="1996314"/>
        </p:xfrm>
        <a:graphic>
          <a:graphicData uri="http://schemas.openxmlformats.org/drawingml/2006/table">
            <a:tbl>
              <a:tblPr firstRow="1" firstCol="1" bandRow="1">
                <a:effectLst>
                  <a:reflection blurRad="6350" stA="50000" endA="300" endPos="55000" dir="5400000" sy="-100000" algn="bl" rotWithShape="0"/>
                </a:effectLst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Параметр</a:t>
                      </a:r>
                      <a:endParaRPr lang="ru-RU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Эталон (</a:t>
                      </a:r>
                      <a:r>
                        <a:rPr lang="ru-RU" sz="1600" dirty="0" err="1">
                          <a:effectLst/>
                        </a:rPr>
                        <a:t>Уиппл</a:t>
                      </a:r>
                      <a:r>
                        <a:rPr lang="ru-RU" sz="1600" dirty="0">
                          <a:effectLst/>
                        </a:rPr>
                        <a:t>)</a:t>
                      </a:r>
                      <a:endParaRPr lang="ru-RU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AEROO (МКС)</a:t>
                      </a:r>
                      <a:endParaRPr lang="ru-RU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AEROO (Starlink)</a:t>
                      </a:r>
                      <a:endParaRPr lang="ru-RU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AEROO (Луна)</a:t>
                      </a:r>
                      <a:endParaRPr lang="ru-RU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Материал</a:t>
                      </a:r>
                      <a:endParaRPr lang="ru-RU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Al / Kevlar</a:t>
                      </a:r>
                      <a:endParaRPr lang="ru-RU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Composite</a:t>
                      </a:r>
                      <a:endParaRPr lang="ru-RU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Composite</a:t>
                      </a:r>
                      <a:endParaRPr lang="ru-RU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Composite</a:t>
                      </a:r>
                      <a:endParaRPr lang="ru-RU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Масса/Площадь (кг/м²)</a:t>
                      </a:r>
                      <a:endParaRPr lang="ru-RU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30,2</a:t>
                      </a:r>
                      <a:endParaRPr lang="ru-RU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12,4</a:t>
                      </a:r>
                      <a:endParaRPr lang="ru-RU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15,2</a:t>
                      </a:r>
                      <a:endParaRPr lang="ru-RU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18,4</a:t>
                      </a:r>
                      <a:endParaRPr lang="ru-RU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Стойкость</a:t>
                      </a:r>
                      <a:endParaRPr lang="ru-RU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Средняя</a:t>
                      </a:r>
                      <a:endParaRPr lang="ru-RU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Высокая</a:t>
                      </a:r>
                      <a:endParaRPr lang="ru-RU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Высокая</a:t>
                      </a:r>
                      <a:endParaRPr lang="ru-RU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Максимальная</a:t>
                      </a:r>
                      <a:endParaRPr lang="ru-RU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Статус</a:t>
                      </a:r>
                      <a:endParaRPr lang="ru-RU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Пассивная</a:t>
                      </a:r>
                      <a:endParaRPr lang="ru-RU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Адаптивная</a:t>
                      </a:r>
                      <a:endParaRPr lang="ru-RU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Адаптивная</a:t>
                      </a:r>
                      <a:endParaRPr lang="ru-RU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Адаптивная</a:t>
                      </a:r>
                      <a:endParaRPr lang="ru-RU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pic>
        <p:nvPicPr>
          <p:cNvPr id="5" name="Рисунок 4"/>
          <p:cNvPicPr/>
          <p:nvPr/>
        </p:nvPicPr>
        <p:blipFill rotWithShape="1">
          <a:blip r:embed="rId2"/>
          <a:srcRect l="2849" r="34374"/>
          <a:stretch/>
        </p:blipFill>
        <p:spPr>
          <a:xfrm>
            <a:off x="2047718" y="3850962"/>
            <a:ext cx="4824536" cy="27363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77662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/>
              <a:t>Сколько мы экономим?</a:t>
            </a:r>
            <a:endParaRPr lang="ru-RU" b="1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544180" y="1459181"/>
            <a:ext cx="7272808" cy="3277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Базовая метрика: </a:t>
            </a:r>
            <a:r>
              <a:rPr kumimoji="0" lang="ru-RU" altLang="ru-RU" sz="1800" i="0" u="none" strike="noStrike" cap="none" normalizeH="0" baseline="0" dirty="0" err="1" smtClean="0">
                <a:ln>
                  <a:noFill/>
                </a:ln>
                <a:solidFill>
                  <a:srgbClr val="FFCC00"/>
                </a:solidFill>
                <a:effectLst/>
                <a:latin typeface="Arial" pitchFamily="34" charset="0"/>
                <a:cs typeface="Arial" pitchFamily="34" charset="0"/>
              </a:rPr>
              <a:t>Launch</a:t>
            </a:r>
            <a:r>
              <a:rPr kumimoji="0" lang="ru-RU" altLang="ru-RU" sz="1800" i="0" u="none" strike="noStrike" cap="none" normalizeH="0" baseline="0" dirty="0" smtClean="0">
                <a:ln>
                  <a:noFill/>
                </a:ln>
                <a:solidFill>
                  <a:srgbClr val="FFCC00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ru-RU" altLang="ru-RU" sz="1800" i="0" u="none" strike="noStrike" cap="none" normalizeH="0" baseline="0" dirty="0" err="1" smtClean="0">
                <a:ln>
                  <a:noFill/>
                </a:ln>
                <a:solidFill>
                  <a:srgbClr val="FFCC00"/>
                </a:solidFill>
                <a:effectLst/>
                <a:latin typeface="Arial" pitchFamily="34" charset="0"/>
                <a:cs typeface="Arial" pitchFamily="34" charset="0"/>
              </a:rPr>
              <a:t>Cost</a:t>
            </a:r>
            <a:r>
              <a:rPr kumimoji="0" lang="ru-RU" altLang="ru-RU" sz="1800" i="0" u="none" strike="noStrike" cap="none" normalizeH="0" baseline="0" dirty="0" smtClean="0">
                <a:ln>
                  <a:noFill/>
                </a:ln>
                <a:solidFill>
                  <a:srgbClr val="FFCC00"/>
                </a:solidFill>
                <a:effectLst/>
                <a:latin typeface="Arial" pitchFamily="34" charset="0"/>
                <a:cs typeface="Arial" pitchFamily="34" charset="0"/>
              </a:rPr>
              <a:t> = $5,000 / кг </a:t>
            </a:r>
            <a:r>
              <a:rPr kumimoji="0" lang="ru-RU" altLang="ru-RU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Расчет для 1 спутника (20 м²):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Разница в весе: ~</a:t>
            </a:r>
            <a:r>
              <a:rPr kumimoji="0" lang="ru-RU" altLang="ru-RU" sz="2800" i="0" u="none" strike="noStrike" cap="none" normalizeH="0" baseline="0" dirty="0" smtClean="0">
                <a:ln>
                  <a:noFill/>
                </a:ln>
                <a:solidFill>
                  <a:srgbClr val="99FFCC"/>
                </a:solidFill>
                <a:effectLst/>
                <a:latin typeface="Arial" pitchFamily="34" charset="0"/>
                <a:cs typeface="Arial" pitchFamily="34" charset="0"/>
              </a:rPr>
              <a:t>15 кг </a:t>
            </a:r>
            <a:r>
              <a:rPr kumimoji="0" lang="ru-RU" altLang="ru-RU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с каждого м².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Общая экономия веса: </a:t>
            </a:r>
            <a:r>
              <a:rPr kumimoji="0" lang="ru-RU" altLang="ru-RU" sz="2800" i="0" u="none" strike="noStrike" cap="none" normalizeH="0" baseline="0" dirty="0" smtClean="0">
                <a:ln>
                  <a:noFill/>
                </a:ln>
                <a:solidFill>
                  <a:srgbClr val="99FFCC"/>
                </a:solidFill>
                <a:effectLst/>
                <a:latin typeface="Arial" pitchFamily="34" charset="0"/>
                <a:cs typeface="Arial" pitchFamily="34" charset="0"/>
              </a:rPr>
              <a:t>300 кг</a:t>
            </a:r>
            <a:r>
              <a:rPr kumimoji="0" lang="ru-RU" altLang="ru-RU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Итоговая выгода: </a:t>
            </a:r>
            <a:r>
              <a:rPr kumimoji="0" lang="ru-RU" altLang="ru-RU" sz="2800" i="0" u="none" strike="noStrike" cap="none" normalizeH="0" baseline="0" dirty="0" smtClean="0">
                <a:ln>
                  <a:noFill/>
                </a:ln>
                <a:solidFill>
                  <a:srgbClr val="99FFCC"/>
                </a:solidFill>
                <a:effectLst/>
                <a:latin typeface="Arial" pitchFamily="34" charset="0"/>
                <a:cs typeface="Arial" pitchFamily="34" charset="0"/>
              </a:rPr>
              <a:t>$1,490,000  </a:t>
            </a:r>
            <a:r>
              <a:rPr kumimoji="0" lang="ru-RU" altLang="ru-RU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с запуска одного аппарата.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Для группировки </a:t>
            </a:r>
            <a:r>
              <a:rPr kumimoji="0" lang="ru-RU" altLang="ru-RU" sz="18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Starlink</a:t>
            </a:r>
            <a:r>
              <a:rPr kumimoji="0" lang="ru-RU" altLang="ru-RU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экономия исчисляется миллиардами.</a:t>
            </a:r>
          </a:p>
        </p:txBody>
      </p:sp>
    </p:spTree>
    <p:extLst>
      <p:ext uri="{BB962C8B-B14F-4D97-AF65-F5344CB8AC3E}">
        <p14:creationId xmlns:p14="http://schemas.microsoft.com/office/powerpoint/2010/main" val="2211140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/>
              <a:t>Бизнес-модель </a:t>
            </a:r>
            <a:r>
              <a:rPr lang="en-US" b="1" dirty="0" smtClean="0"/>
              <a:t>B2B</a:t>
            </a:r>
            <a:endParaRPr lang="ru-RU" b="1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11560" y="1812256"/>
            <a:ext cx="8352928" cy="2118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Продукт: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Лицензия на ПО AEROO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Architect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(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SaaS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Клиенты: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Частные аэрокосмические компании (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SpaceX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,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Blue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Origin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) и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нацагентства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Масштабирование: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Технология применима для защиты скафандров, жилых модулей и спускаемых капсул.</a:t>
            </a:r>
          </a:p>
        </p:txBody>
      </p:sp>
    </p:spTree>
    <p:extLst>
      <p:ext uri="{BB962C8B-B14F-4D97-AF65-F5344CB8AC3E}">
        <p14:creationId xmlns:p14="http://schemas.microsoft.com/office/powerpoint/2010/main" val="1089559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/>
              <a:t>Итоги и перспективы</a:t>
            </a:r>
            <a:endParaRPr lang="ru-RU" b="1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55576" y="1707875"/>
            <a:ext cx="792088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MVP готов: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Симулятор работает и доказывает физическую модель.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Гипотеза подтверждена: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Достигнуто снижение массы на 49%.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Статус: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Проект готов к лабораторным тестам материалов.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1" i="0" u="none" strike="noStrike" cap="none" normalizeH="0" baseline="0" dirty="0" smtClean="0">
              <a:ln>
                <a:noFill/>
              </a:ln>
              <a:solidFill>
                <a:srgbClr val="99FFCC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rgbClr val="99FFCC"/>
                </a:solidFill>
                <a:effectLst/>
                <a:latin typeface="Arial" pitchFamily="34" charset="0"/>
                <a:cs typeface="Arial" pitchFamily="34" charset="0"/>
              </a:rPr>
              <a:t>AEROO </a:t>
            </a: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rgbClr val="99FFCC"/>
                </a:solidFill>
                <a:effectLst/>
                <a:latin typeface="Arial" pitchFamily="34" charset="0"/>
                <a:cs typeface="Arial" pitchFamily="34" charset="0"/>
              </a:rPr>
              <a:t>NeuroShield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rgbClr val="99FFCC"/>
                </a:solidFill>
                <a:effectLst/>
                <a:latin typeface="Arial" pitchFamily="34" charset="0"/>
                <a:cs typeface="Arial" pitchFamily="34" charset="0"/>
              </a:rPr>
              <a:t>: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99FFCC"/>
                </a:solidFill>
                <a:effectLst/>
                <a:latin typeface="Arial" pitchFamily="34" charset="0"/>
                <a:cs typeface="Arial" pitchFamily="34" charset="0"/>
              </a:rPr>
              <a:t> Делаем космос легче и безопаснее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822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Горизонт">
  <a:themeElements>
    <a:clrScheme name="Горизонт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Горизонт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Горизонт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Horizon</Template>
  <TotalTime>218</TotalTime>
  <Words>747</Words>
  <Application>Microsoft Office PowerPoint</Application>
  <PresentationFormat>Экран (4:3)</PresentationFormat>
  <Paragraphs>126</Paragraphs>
  <Slides>15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Горизонт</vt:lpstr>
      <vt:lpstr>Презентация PowerPoint</vt:lpstr>
      <vt:lpstr>Вызовы индустрии New Space</vt:lpstr>
      <vt:lpstr>Почему старые решения не работают?</vt:lpstr>
      <vt:lpstr>Смена парадигмы проектирования</vt:lpstr>
      <vt:lpstr>Трехслойная адаптивная архитектура </vt:lpstr>
      <vt:lpstr>Как мыслит алгоритм?</vt:lpstr>
      <vt:lpstr>AEROO Simulator v18.0</vt:lpstr>
      <vt:lpstr>Научное обоснование</vt:lpstr>
      <vt:lpstr>Защита от космического мусора</vt:lpstr>
      <vt:lpstr>Средняя орбита и созвездия спутников</vt:lpstr>
      <vt:lpstr>Защита станции Gateway</vt:lpstr>
      <vt:lpstr>Сравнение с эталоном (Whipple Shield)</vt:lpstr>
      <vt:lpstr>Сколько мы экономим?</vt:lpstr>
      <vt:lpstr>Бизнес-модель B2B</vt:lpstr>
      <vt:lpstr>Итоги и перспективы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AEROO NEUROSHIELD</dc:title>
  <dc:creator>user</dc:creator>
  <cp:lastModifiedBy>user</cp:lastModifiedBy>
  <cp:revision>16</cp:revision>
  <dcterms:created xsi:type="dcterms:W3CDTF">2026-02-05T05:51:10Z</dcterms:created>
  <dcterms:modified xsi:type="dcterms:W3CDTF">2026-02-05T09:29:11Z</dcterms:modified>
</cp:coreProperties>
</file>